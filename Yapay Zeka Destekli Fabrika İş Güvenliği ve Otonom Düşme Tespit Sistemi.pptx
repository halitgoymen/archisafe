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embeddedFontLst>
    <p:embeddedFont>
      <p:font typeface="Liter" charset="-122" pitchFamily="34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ecurade.ai/3210fd542df08398d0f59334337a1e43103d38ca.jpe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10494" r="10494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91919">
                  <a:alpha val="95000"/>
                </a:srgbClr>
              </a:gs>
              <a:gs pos="50000">
                <a:srgbClr val="191919">
                  <a:alpha val="85000"/>
                </a:srgbClr>
              </a:gs>
              <a:gs pos="100000">
                <a:srgbClr val="6366F1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319885" y="1271588"/>
            <a:ext cx="3552825" cy="390525"/>
          </a:xfrm>
          <a:custGeom>
            <a:avLst/>
            <a:gdLst/>
            <a:ahLst/>
            <a:cxnLst/>
            <a:rect l="l" t="t" r="r" b="b"/>
            <a:pathLst>
              <a:path w="3552825" h="390525">
                <a:moveTo>
                  <a:pt x="195263" y="0"/>
                </a:moveTo>
                <a:lnTo>
                  <a:pt x="3357563" y="0"/>
                </a:lnTo>
                <a:cubicBezTo>
                  <a:pt x="3465331" y="0"/>
                  <a:pt x="3552825" y="87494"/>
                  <a:pt x="3552825" y="195263"/>
                </a:cubicBezTo>
                <a:lnTo>
                  <a:pt x="3552825" y="195263"/>
                </a:lnTo>
                <a:cubicBezTo>
                  <a:pt x="3552825" y="303031"/>
                  <a:pt x="3465331" y="390525"/>
                  <a:pt x="3357563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6366F1">
              <a:alpha val="14902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38960" y="13811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" name="Text 3"/>
          <p:cNvSpPr/>
          <p:nvPr/>
        </p:nvSpPr>
        <p:spPr>
          <a:xfrm>
            <a:off x="4805660" y="1352550"/>
            <a:ext cx="2905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spc="60" kern="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ENDÜSTRİYEL YAPAY ZEKA ÇÖZÜMÜ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890093" y="1895475"/>
            <a:ext cx="641032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Yapay Zeka Destekli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Fabrika İş Güvenliği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0" y="3800475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28575" y="0"/>
                </a:moveTo>
                <a:lnTo>
                  <a:pt x="1190625" y="0"/>
                </a:lnTo>
                <a:cubicBezTo>
                  <a:pt x="1206396" y="0"/>
                  <a:pt x="1219200" y="12804"/>
                  <a:pt x="1219200" y="28575"/>
                </a:cubicBezTo>
                <a:lnTo>
                  <a:pt x="1219200" y="28575"/>
                </a:lnTo>
                <a:cubicBezTo>
                  <a:pt x="1219200" y="44346"/>
                  <a:pt x="1206396" y="57150"/>
                  <a:pt x="119062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/>
              </a:gs>
              <a:gs pos="100000">
                <a:srgbClr val="22D3EE"/>
              </a:gs>
            </a:gsLst>
            <a:lin ang="0" scaled="1"/>
          </a:gradFill>
          <a:ln/>
        </p:spPr>
      </p:sp>
      <p:sp>
        <p:nvSpPr>
          <p:cNvPr id="9" name="Text 6"/>
          <p:cNvSpPr/>
          <p:nvPr/>
        </p:nvSpPr>
        <p:spPr>
          <a:xfrm>
            <a:off x="4017169" y="4086225"/>
            <a:ext cx="415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spc="56" kern="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Otonom Düşme Tespit Sistemi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990999" y="4891088"/>
            <a:ext cx="6210300" cy="695325"/>
          </a:xfrm>
          <a:custGeom>
            <a:avLst/>
            <a:gdLst/>
            <a:ahLst/>
            <a:cxnLst/>
            <a:rect l="l" t="t" r="r" b="b"/>
            <a:pathLst>
              <a:path w="6210300" h="695325">
                <a:moveTo>
                  <a:pt x="152401" y="0"/>
                </a:moveTo>
                <a:lnTo>
                  <a:pt x="6057899" y="0"/>
                </a:lnTo>
                <a:cubicBezTo>
                  <a:pt x="6142068" y="0"/>
                  <a:pt x="6210300" y="68232"/>
                  <a:pt x="6210300" y="152401"/>
                </a:cubicBezTo>
                <a:lnTo>
                  <a:pt x="6210300" y="542924"/>
                </a:lnTo>
                <a:cubicBezTo>
                  <a:pt x="6210300" y="627093"/>
                  <a:pt x="6142068" y="695325"/>
                  <a:pt x="6057899" y="695325"/>
                </a:cubicBezTo>
                <a:lnTo>
                  <a:pt x="152401" y="695325"/>
                </a:lnTo>
                <a:cubicBezTo>
                  <a:pt x="68232" y="695325"/>
                  <a:pt x="0" y="627093"/>
                  <a:pt x="0" y="542924"/>
                </a:cubicBezTo>
                <a:lnTo>
                  <a:pt x="0" y="152401"/>
                </a:lnTo>
                <a:cubicBezTo>
                  <a:pt x="0" y="68232"/>
                  <a:pt x="68232" y="0"/>
                  <a:pt x="152401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19611" y="5086350"/>
            <a:ext cx="5553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Geleceğin Fabrikalarında Sıfır Kaza, Otonom Güvenlik</a:t>
            </a:r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6366F1">
                  <a:alpha val="3000"/>
                </a:srgbClr>
              </a:gs>
              <a:gs pos="20000">
                <a:srgbClr val="6366F1">
                  <a:alpha val="3000"/>
                </a:srgbClr>
              </a:gs>
              <a:gs pos="33333.333333333336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PRESENTATION FLOW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İçindekiler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2573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19050" y="0"/>
                </a:moveTo>
                <a:lnTo>
                  <a:pt x="895350" y="0"/>
                </a:lnTo>
                <a:cubicBezTo>
                  <a:pt x="905864" y="0"/>
                  <a:pt x="914400" y="8536"/>
                  <a:pt x="914400" y="19050"/>
                </a:cubicBezTo>
                <a:lnTo>
                  <a:pt x="914400" y="19050"/>
                </a:lnTo>
                <a:cubicBezTo>
                  <a:pt x="914400" y="29564"/>
                  <a:pt x="905864" y="38100"/>
                  <a:pt x="8953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/>
              </a:gs>
              <a:gs pos="100000">
                <a:srgbClr val="22D3EE"/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85763" y="1604963"/>
            <a:ext cx="5553075" cy="1095375"/>
          </a:xfrm>
          <a:custGeom>
            <a:avLst/>
            <a:gdLst/>
            <a:ahLst/>
            <a:cxnLst/>
            <a:rect l="l" t="t" r="r" b="b"/>
            <a:pathLst>
              <a:path w="5553075" h="1095375">
                <a:moveTo>
                  <a:pt x="114302" y="0"/>
                </a:moveTo>
                <a:lnTo>
                  <a:pt x="5438773" y="0"/>
                </a:lnTo>
                <a:cubicBezTo>
                  <a:pt x="5501900" y="0"/>
                  <a:pt x="5553075" y="51175"/>
                  <a:pt x="5553075" y="114302"/>
                </a:cubicBezTo>
                <a:lnTo>
                  <a:pt x="5553075" y="981073"/>
                </a:lnTo>
                <a:cubicBezTo>
                  <a:pt x="5553075" y="1044200"/>
                  <a:pt x="5501900" y="1095375"/>
                  <a:pt x="5438773" y="1095375"/>
                </a:cubicBezTo>
                <a:lnTo>
                  <a:pt x="114302" y="1095375"/>
                </a:lnTo>
                <a:cubicBezTo>
                  <a:pt x="51175" y="1095375"/>
                  <a:pt x="0" y="1044200"/>
                  <a:pt x="0" y="98107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1025" y="18859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/>
              </a:gs>
              <a:gs pos="100000">
                <a:srgbClr val="6366F1">
                  <a:alpha val="50000"/>
                </a:srgbClr>
              </a:gs>
            </a:gsLst>
            <a:lin ang="2700000" scaled="1"/>
          </a:gradFill>
          <a:ln/>
        </p:spPr>
      </p:sp>
      <p:sp>
        <p:nvSpPr>
          <p:cNvPr id="8" name="Text 6"/>
          <p:cNvSpPr/>
          <p:nvPr/>
        </p:nvSpPr>
        <p:spPr>
          <a:xfrm>
            <a:off x="523875" y="188595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6825" y="1885950"/>
            <a:ext cx="2609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66825" y="2190750"/>
            <a:ext cx="259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Fabrika İş Kazaları ve Güvenlik Riskleri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53163" y="1604963"/>
            <a:ext cx="5553075" cy="1095375"/>
          </a:xfrm>
          <a:custGeom>
            <a:avLst/>
            <a:gdLst/>
            <a:ahLst/>
            <a:cxnLst/>
            <a:rect l="l" t="t" r="r" b="b"/>
            <a:pathLst>
              <a:path w="5553075" h="1095375">
                <a:moveTo>
                  <a:pt x="114302" y="0"/>
                </a:moveTo>
                <a:lnTo>
                  <a:pt x="5438773" y="0"/>
                </a:lnTo>
                <a:cubicBezTo>
                  <a:pt x="5501900" y="0"/>
                  <a:pt x="5553075" y="51175"/>
                  <a:pt x="5553075" y="114302"/>
                </a:cubicBezTo>
                <a:lnTo>
                  <a:pt x="5553075" y="981073"/>
                </a:lnTo>
                <a:cubicBezTo>
                  <a:pt x="5553075" y="1044200"/>
                  <a:pt x="5501900" y="1095375"/>
                  <a:pt x="5438773" y="1095375"/>
                </a:cubicBezTo>
                <a:lnTo>
                  <a:pt x="114302" y="1095375"/>
                </a:lnTo>
                <a:cubicBezTo>
                  <a:pt x="51175" y="1095375"/>
                  <a:pt x="0" y="1044200"/>
                  <a:pt x="0" y="98107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8425" y="18859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22D3EE"/>
              </a:gs>
              <a:gs pos="100000">
                <a:srgbClr val="22D3EE">
                  <a:alpha val="50000"/>
                </a:srgbClr>
              </a:gs>
            </a:gsLst>
            <a:lin ang="2700000" scaled="1"/>
          </a:gradFill>
          <a:ln/>
        </p:spPr>
      </p:sp>
      <p:sp>
        <p:nvSpPr>
          <p:cNvPr id="13" name="Text 11"/>
          <p:cNvSpPr/>
          <p:nvPr/>
        </p:nvSpPr>
        <p:spPr>
          <a:xfrm>
            <a:off x="6391275" y="188595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34225" y="1885950"/>
            <a:ext cx="1952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Çözümümüz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34225" y="2190750"/>
            <a:ext cx="1933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Otonom AI Güvenlik Sistemi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5763" y="2862263"/>
            <a:ext cx="5553075" cy="1095375"/>
          </a:xfrm>
          <a:custGeom>
            <a:avLst/>
            <a:gdLst/>
            <a:ahLst/>
            <a:cxnLst/>
            <a:rect l="l" t="t" r="r" b="b"/>
            <a:pathLst>
              <a:path w="5553075" h="1095375">
                <a:moveTo>
                  <a:pt x="114302" y="0"/>
                </a:moveTo>
                <a:lnTo>
                  <a:pt x="5438773" y="0"/>
                </a:lnTo>
                <a:cubicBezTo>
                  <a:pt x="5501900" y="0"/>
                  <a:pt x="5553075" y="51175"/>
                  <a:pt x="5553075" y="114302"/>
                </a:cubicBezTo>
                <a:lnTo>
                  <a:pt x="5553075" y="981073"/>
                </a:lnTo>
                <a:cubicBezTo>
                  <a:pt x="5553075" y="1044200"/>
                  <a:pt x="5501900" y="1095375"/>
                  <a:pt x="5438773" y="1095375"/>
                </a:cubicBezTo>
                <a:lnTo>
                  <a:pt x="114302" y="1095375"/>
                </a:lnTo>
                <a:cubicBezTo>
                  <a:pt x="51175" y="1095375"/>
                  <a:pt x="0" y="1044200"/>
                  <a:pt x="0" y="98107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1025" y="31432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/>
              </a:gs>
              <a:gs pos="100000">
                <a:srgbClr val="6366F1">
                  <a:alpha val="50000"/>
                </a:srgbClr>
              </a:gs>
            </a:gsLst>
            <a:lin ang="2700000" scaled="1"/>
          </a:gradFill>
          <a:ln/>
        </p:spPr>
      </p:sp>
      <p:sp>
        <p:nvSpPr>
          <p:cNvPr id="18" name="Text 16"/>
          <p:cNvSpPr/>
          <p:nvPr/>
        </p:nvSpPr>
        <p:spPr>
          <a:xfrm>
            <a:off x="523875" y="314325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66825" y="3143250"/>
            <a:ext cx="2295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KKD Kontrolü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66825" y="3448050"/>
            <a:ext cx="2276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Kişisel Koruyucu Donanım İzleme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53163" y="2862263"/>
            <a:ext cx="5553075" cy="1095375"/>
          </a:xfrm>
          <a:custGeom>
            <a:avLst/>
            <a:gdLst/>
            <a:ahLst/>
            <a:cxnLst/>
            <a:rect l="l" t="t" r="r" b="b"/>
            <a:pathLst>
              <a:path w="5553075" h="1095375">
                <a:moveTo>
                  <a:pt x="114302" y="0"/>
                </a:moveTo>
                <a:lnTo>
                  <a:pt x="5438773" y="0"/>
                </a:lnTo>
                <a:cubicBezTo>
                  <a:pt x="5501900" y="0"/>
                  <a:pt x="5553075" y="51175"/>
                  <a:pt x="5553075" y="114302"/>
                </a:cubicBezTo>
                <a:lnTo>
                  <a:pt x="5553075" y="981073"/>
                </a:lnTo>
                <a:cubicBezTo>
                  <a:pt x="5553075" y="1044200"/>
                  <a:pt x="5501900" y="1095375"/>
                  <a:pt x="5438773" y="1095375"/>
                </a:cubicBezTo>
                <a:lnTo>
                  <a:pt x="114302" y="1095375"/>
                </a:lnTo>
                <a:cubicBezTo>
                  <a:pt x="51175" y="1095375"/>
                  <a:pt x="0" y="1044200"/>
                  <a:pt x="0" y="98107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8425" y="31432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22D3EE"/>
              </a:gs>
              <a:gs pos="100000">
                <a:srgbClr val="22D3EE">
                  <a:alpha val="50000"/>
                </a:srgbClr>
              </a:gs>
            </a:gsLst>
            <a:lin ang="2700000" scaled="1"/>
          </a:gradFill>
          <a:ln/>
        </p:spPr>
      </p:sp>
      <p:sp>
        <p:nvSpPr>
          <p:cNvPr id="23" name="Text 21"/>
          <p:cNvSpPr/>
          <p:nvPr/>
        </p:nvSpPr>
        <p:spPr>
          <a:xfrm>
            <a:off x="6391275" y="314325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34225" y="3143250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Düşme Tespiti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34225" y="3448050"/>
            <a:ext cx="179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Anlık Acil Durum Algılama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5763" y="4119562"/>
            <a:ext cx="5553075" cy="1095375"/>
          </a:xfrm>
          <a:custGeom>
            <a:avLst/>
            <a:gdLst/>
            <a:ahLst/>
            <a:cxnLst/>
            <a:rect l="l" t="t" r="r" b="b"/>
            <a:pathLst>
              <a:path w="5553075" h="1095375">
                <a:moveTo>
                  <a:pt x="114302" y="0"/>
                </a:moveTo>
                <a:lnTo>
                  <a:pt x="5438773" y="0"/>
                </a:lnTo>
                <a:cubicBezTo>
                  <a:pt x="5501900" y="0"/>
                  <a:pt x="5553075" y="51175"/>
                  <a:pt x="5553075" y="114302"/>
                </a:cubicBezTo>
                <a:lnTo>
                  <a:pt x="5553075" y="981073"/>
                </a:lnTo>
                <a:cubicBezTo>
                  <a:pt x="5553075" y="1044200"/>
                  <a:pt x="5501900" y="1095375"/>
                  <a:pt x="5438773" y="1095375"/>
                </a:cubicBezTo>
                <a:lnTo>
                  <a:pt x="114302" y="1095375"/>
                </a:lnTo>
                <a:cubicBezTo>
                  <a:pt x="51175" y="1095375"/>
                  <a:pt x="0" y="1044200"/>
                  <a:pt x="0" y="98107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1025" y="44005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/>
              </a:gs>
              <a:gs pos="100000">
                <a:srgbClr val="6366F1">
                  <a:alpha val="50000"/>
                </a:srgbClr>
              </a:gs>
            </a:gsLst>
            <a:lin ang="2700000" scaled="1"/>
          </a:gradFill>
          <a:ln/>
        </p:spPr>
      </p:sp>
      <p:sp>
        <p:nvSpPr>
          <p:cNvPr id="28" name="Text 26"/>
          <p:cNvSpPr/>
          <p:nvPr/>
        </p:nvSpPr>
        <p:spPr>
          <a:xfrm>
            <a:off x="523875" y="440055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66825" y="4400550"/>
            <a:ext cx="1971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Altyapı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66825" y="4705350"/>
            <a:ext cx="1952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Veri Setleri ve Model Eğitimi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53163" y="4119562"/>
            <a:ext cx="5553075" cy="1095375"/>
          </a:xfrm>
          <a:custGeom>
            <a:avLst/>
            <a:gdLst/>
            <a:ahLst/>
            <a:cxnLst/>
            <a:rect l="l" t="t" r="r" b="b"/>
            <a:pathLst>
              <a:path w="5553075" h="1095375">
                <a:moveTo>
                  <a:pt x="114302" y="0"/>
                </a:moveTo>
                <a:lnTo>
                  <a:pt x="5438773" y="0"/>
                </a:lnTo>
                <a:cubicBezTo>
                  <a:pt x="5501900" y="0"/>
                  <a:pt x="5553075" y="51175"/>
                  <a:pt x="5553075" y="114302"/>
                </a:cubicBezTo>
                <a:lnTo>
                  <a:pt x="5553075" y="981073"/>
                </a:lnTo>
                <a:cubicBezTo>
                  <a:pt x="5553075" y="1044200"/>
                  <a:pt x="5501900" y="1095375"/>
                  <a:pt x="5438773" y="1095375"/>
                </a:cubicBezTo>
                <a:lnTo>
                  <a:pt x="114302" y="1095375"/>
                </a:lnTo>
                <a:cubicBezTo>
                  <a:pt x="51175" y="1095375"/>
                  <a:pt x="0" y="1044200"/>
                  <a:pt x="0" y="98107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48425" y="44005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22D3EE"/>
              </a:gs>
              <a:gs pos="100000">
                <a:srgbClr val="22D3EE">
                  <a:alpha val="50000"/>
                </a:srgbClr>
              </a:gs>
            </a:gsLst>
            <a:lin ang="2700000" scaled="1"/>
          </a:gradFill>
          <a:ln/>
        </p:spPr>
      </p:sp>
      <p:sp>
        <p:nvSpPr>
          <p:cNvPr id="33" name="Text 31"/>
          <p:cNvSpPr/>
          <p:nvPr/>
        </p:nvSpPr>
        <p:spPr>
          <a:xfrm>
            <a:off x="6391275" y="440055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34225" y="4400550"/>
            <a:ext cx="155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Teknik Mimari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134225" y="4705350"/>
            <a:ext cx="153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Performans Metrikleri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85763" y="5376863"/>
            <a:ext cx="5553075" cy="1095375"/>
          </a:xfrm>
          <a:custGeom>
            <a:avLst/>
            <a:gdLst/>
            <a:ahLst/>
            <a:cxnLst/>
            <a:rect l="l" t="t" r="r" b="b"/>
            <a:pathLst>
              <a:path w="5553075" h="1095375">
                <a:moveTo>
                  <a:pt x="114302" y="0"/>
                </a:moveTo>
                <a:lnTo>
                  <a:pt x="5438773" y="0"/>
                </a:lnTo>
                <a:cubicBezTo>
                  <a:pt x="5501900" y="0"/>
                  <a:pt x="5553075" y="51175"/>
                  <a:pt x="5553075" y="114302"/>
                </a:cubicBezTo>
                <a:lnTo>
                  <a:pt x="5553075" y="981073"/>
                </a:lnTo>
                <a:cubicBezTo>
                  <a:pt x="5553075" y="1044200"/>
                  <a:pt x="5501900" y="1095375"/>
                  <a:pt x="5438773" y="1095375"/>
                </a:cubicBezTo>
                <a:lnTo>
                  <a:pt x="114302" y="1095375"/>
                </a:lnTo>
                <a:cubicBezTo>
                  <a:pt x="51175" y="1095375"/>
                  <a:pt x="0" y="1044200"/>
                  <a:pt x="0" y="98107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1025" y="56578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/>
              </a:gs>
              <a:gs pos="100000">
                <a:srgbClr val="6366F1">
                  <a:alpha val="50000"/>
                </a:srgbClr>
              </a:gs>
            </a:gsLst>
            <a:lin ang="2700000" scaled="1"/>
          </a:gradFill>
          <a:ln/>
        </p:spPr>
      </p:sp>
      <p:sp>
        <p:nvSpPr>
          <p:cNvPr id="38" name="Text 36"/>
          <p:cNvSpPr/>
          <p:nvPr/>
        </p:nvSpPr>
        <p:spPr>
          <a:xfrm>
            <a:off x="523875" y="565785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266825" y="5657850"/>
            <a:ext cx="2076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ROI Analizi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266825" y="596265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İş Değeri ve Maliyet Tasarrufu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53163" y="5376863"/>
            <a:ext cx="5553075" cy="1095375"/>
          </a:xfrm>
          <a:custGeom>
            <a:avLst/>
            <a:gdLst/>
            <a:ahLst/>
            <a:cxnLst/>
            <a:rect l="l" t="t" r="r" b="b"/>
            <a:pathLst>
              <a:path w="5553075" h="1095375">
                <a:moveTo>
                  <a:pt x="114302" y="0"/>
                </a:moveTo>
                <a:lnTo>
                  <a:pt x="5438773" y="0"/>
                </a:lnTo>
                <a:cubicBezTo>
                  <a:pt x="5501900" y="0"/>
                  <a:pt x="5553075" y="51175"/>
                  <a:pt x="5553075" y="114302"/>
                </a:cubicBezTo>
                <a:lnTo>
                  <a:pt x="5553075" y="981073"/>
                </a:lnTo>
                <a:cubicBezTo>
                  <a:pt x="5553075" y="1044200"/>
                  <a:pt x="5501900" y="1095375"/>
                  <a:pt x="5438773" y="1095375"/>
                </a:cubicBezTo>
                <a:lnTo>
                  <a:pt x="114302" y="1095375"/>
                </a:lnTo>
                <a:cubicBezTo>
                  <a:pt x="51175" y="1095375"/>
                  <a:pt x="0" y="1044200"/>
                  <a:pt x="0" y="98107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48425" y="56578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22D3EE"/>
              </a:gs>
              <a:gs pos="100000">
                <a:srgbClr val="22D3EE">
                  <a:alpha val="50000"/>
                </a:srgbClr>
              </a:gs>
            </a:gsLst>
            <a:lin ang="2700000" scaled="1"/>
          </a:gradFill>
          <a:ln/>
        </p:spPr>
      </p:sp>
      <p:sp>
        <p:nvSpPr>
          <p:cNvPr id="43" name="Text 41"/>
          <p:cNvSpPr/>
          <p:nvPr/>
        </p:nvSpPr>
        <p:spPr>
          <a:xfrm>
            <a:off x="6391275" y="565785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134225" y="5657850"/>
            <a:ext cx="148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Gelecek Vizyonu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134225" y="5962650"/>
            <a:ext cx="146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Sonuç ve Hedefler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6366F1">
                  <a:alpha val="3000"/>
                </a:srgbClr>
              </a:gs>
              <a:gs pos="20000">
                <a:srgbClr val="6366F1">
                  <a:alpha val="3000"/>
                </a:srgbClr>
              </a:gs>
              <a:gs pos="33333.333333333336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Fabrika İş Kazaları ve Güvenlik Riskleri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19050" y="0"/>
                </a:moveTo>
                <a:lnTo>
                  <a:pt x="895350" y="0"/>
                </a:lnTo>
                <a:cubicBezTo>
                  <a:pt x="905864" y="0"/>
                  <a:pt x="914400" y="8536"/>
                  <a:pt x="914400" y="19050"/>
                </a:cubicBezTo>
                <a:lnTo>
                  <a:pt x="914400" y="19050"/>
                </a:lnTo>
                <a:cubicBezTo>
                  <a:pt x="914400" y="29564"/>
                  <a:pt x="905864" y="38100"/>
                  <a:pt x="8953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/>
              </a:gs>
              <a:gs pos="100000">
                <a:srgbClr val="22D3EE"/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85763" y="1414463"/>
            <a:ext cx="6772275" cy="1581150"/>
          </a:xfrm>
          <a:custGeom>
            <a:avLst/>
            <a:gdLst/>
            <a:ahLst/>
            <a:cxnLst/>
            <a:rect l="l" t="t" r="r" b="b"/>
            <a:pathLst>
              <a:path w="6772275" h="1581150">
                <a:moveTo>
                  <a:pt x="114301" y="0"/>
                </a:moveTo>
                <a:lnTo>
                  <a:pt x="6657974" y="0"/>
                </a:lnTo>
                <a:cubicBezTo>
                  <a:pt x="6721101" y="0"/>
                  <a:pt x="6772275" y="51174"/>
                  <a:pt x="6772275" y="114301"/>
                </a:cubicBezTo>
                <a:lnTo>
                  <a:pt x="6772275" y="1466849"/>
                </a:lnTo>
                <a:cubicBezTo>
                  <a:pt x="6772275" y="1529976"/>
                  <a:pt x="6721101" y="1581150"/>
                  <a:pt x="6657974" y="1581150"/>
                </a:cubicBezTo>
                <a:lnTo>
                  <a:pt x="114301" y="1581150"/>
                </a:lnTo>
                <a:cubicBezTo>
                  <a:pt x="51174" y="1581150"/>
                  <a:pt x="0" y="1529976"/>
                  <a:pt x="0" y="14668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1025" y="16414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14902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14375" y="17747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1190625" y="1641425"/>
            <a:ext cx="586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Küresel İş Kazası İstatistikleri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90625" y="2022425"/>
            <a:ext cx="58483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IPAF 2024 Küresel Güvenlik Raporu'na göre, 26 ülkeden bildirilen verilere dayanarak, yüksek erişim ekipmanlarıyla ilgili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 ölümlü kaza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ve toplam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211 kişi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kazaya maruz kalmıştır.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5763" y="3154263"/>
            <a:ext cx="6772275" cy="1581150"/>
          </a:xfrm>
          <a:custGeom>
            <a:avLst/>
            <a:gdLst/>
            <a:ahLst/>
            <a:cxnLst/>
            <a:rect l="l" t="t" r="r" b="b"/>
            <a:pathLst>
              <a:path w="6772275" h="1581150">
                <a:moveTo>
                  <a:pt x="114301" y="0"/>
                </a:moveTo>
                <a:lnTo>
                  <a:pt x="6657974" y="0"/>
                </a:lnTo>
                <a:cubicBezTo>
                  <a:pt x="6721101" y="0"/>
                  <a:pt x="6772275" y="51174"/>
                  <a:pt x="6772275" y="114301"/>
                </a:cubicBezTo>
                <a:lnTo>
                  <a:pt x="6772275" y="1466849"/>
                </a:lnTo>
                <a:cubicBezTo>
                  <a:pt x="6772275" y="1529976"/>
                  <a:pt x="6721101" y="1581150"/>
                  <a:pt x="6657974" y="1581150"/>
                </a:cubicBezTo>
                <a:lnTo>
                  <a:pt x="114301" y="1581150"/>
                </a:lnTo>
                <a:cubicBezTo>
                  <a:pt x="51174" y="1581150"/>
                  <a:pt x="0" y="1529976"/>
                  <a:pt x="0" y="14668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1025" y="350505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2D3EE">
              <a:alpha val="14902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02469" y="3638401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5255" y="-9265"/>
                </a:moveTo>
                <a:cubicBezTo>
                  <a:pt x="11757" y="-12762"/>
                  <a:pt x="6102" y="-12762"/>
                  <a:pt x="2642" y="-9265"/>
                </a:cubicBezTo>
                <a:cubicBezTo>
                  <a:pt x="-819" y="-5767"/>
                  <a:pt x="-856" y="-112"/>
                  <a:pt x="2604" y="3386"/>
                </a:cubicBezTo>
                <a:lnTo>
                  <a:pt x="199058" y="199839"/>
                </a:lnTo>
                <a:cubicBezTo>
                  <a:pt x="202555" y="203336"/>
                  <a:pt x="208211" y="203336"/>
                  <a:pt x="211671" y="199839"/>
                </a:cubicBezTo>
                <a:cubicBezTo>
                  <a:pt x="215131" y="196342"/>
                  <a:pt x="215168" y="190686"/>
                  <a:pt x="211671" y="187226"/>
                </a:cubicBezTo>
                <a:lnTo>
                  <a:pt x="115900" y="91418"/>
                </a:lnTo>
                <a:cubicBezTo>
                  <a:pt x="136364" y="87362"/>
                  <a:pt x="151805" y="69279"/>
                  <a:pt x="151805" y="47625"/>
                </a:cubicBezTo>
                <a:cubicBezTo>
                  <a:pt x="151805" y="22957"/>
                  <a:pt x="131825" y="2977"/>
                  <a:pt x="107156" y="2977"/>
                </a:cubicBezTo>
                <a:cubicBezTo>
                  <a:pt x="85502" y="2977"/>
                  <a:pt x="67419" y="18417"/>
                  <a:pt x="63364" y="38881"/>
                </a:cubicBezTo>
                <a:lnTo>
                  <a:pt x="15255" y="-9265"/>
                </a:lnTo>
                <a:close/>
                <a:moveTo>
                  <a:pt x="87660" y="113630"/>
                </a:moveTo>
                <a:cubicBezTo>
                  <a:pt x="55029" y="117797"/>
                  <a:pt x="29766" y="145666"/>
                  <a:pt x="29766" y="179450"/>
                </a:cubicBezTo>
                <a:cubicBezTo>
                  <a:pt x="29766" y="185551"/>
                  <a:pt x="34714" y="190500"/>
                  <a:pt x="40816" y="190500"/>
                </a:cubicBezTo>
                <a:lnTo>
                  <a:pt x="164529" y="190500"/>
                </a:lnTo>
                <a:lnTo>
                  <a:pt x="87660" y="113630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1190625" y="3505051"/>
            <a:ext cx="586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İnsan Denetiminin Sınırlılıkları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90625" y="3886051"/>
            <a:ext cx="58483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Geleneksel güvenlik denetimleri,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yorgunluk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dikkat dağınıklığı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7/24 izleme imkansızlığı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gibi insan faktörlerine bağlı olarak yetersiz kalmaktadır.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5763" y="4894213"/>
            <a:ext cx="6772275" cy="1581150"/>
          </a:xfrm>
          <a:custGeom>
            <a:avLst/>
            <a:gdLst/>
            <a:ahLst/>
            <a:cxnLst/>
            <a:rect l="l" t="t" r="r" b="b"/>
            <a:pathLst>
              <a:path w="6772275" h="1581150">
                <a:moveTo>
                  <a:pt x="114301" y="0"/>
                </a:moveTo>
                <a:lnTo>
                  <a:pt x="6657974" y="0"/>
                </a:lnTo>
                <a:cubicBezTo>
                  <a:pt x="6721101" y="0"/>
                  <a:pt x="6772275" y="51174"/>
                  <a:pt x="6772275" y="114301"/>
                </a:cubicBezTo>
                <a:lnTo>
                  <a:pt x="6772275" y="1466849"/>
                </a:lnTo>
                <a:cubicBezTo>
                  <a:pt x="6772275" y="1529976"/>
                  <a:pt x="6721101" y="1581150"/>
                  <a:pt x="6657974" y="1581150"/>
                </a:cubicBezTo>
                <a:lnTo>
                  <a:pt x="114301" y="1581150"/>
                </a:lnTo>
                <a:cubicBezTo>
                  <a:pt x="51174" y="1581150"/>
                  <a:pt x="0" y="1529976"/>
                  <a:pt x="0" y="14668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1025" y="524500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14902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50094" y="5378351"/>
            <a:ext cx="119063" cy="190500"/>
          </a:xfrm>
          <a:custGeom>
            <a:avLst/>
            <a:gdLst/>
            <a:ahLst/>
            <a:cxnLst/>
            <a:rect l="l" t="t" r="r" b="b"/>
            <a:pathLst>
              <a:path w="119063" h="190500">
                <a:moveTo>
                  <a:pt x="50602" y="8930"/>
                </a:moveTo>
                <a:cubicBezTo>
                  <a:pt x="50602" y="3981"/>
                  <a:pt x="54583" y="0"/>
                  <a:pt x="59531" y="0"/>
                </a:cubicBezTo>
                <a:cubicBezTo>
                  <a:pt x="64480" y="0"/>
                  <a:pt x="68461" y="3981"/>
                  <a:pt x="68461" y="8930"/>
                </a:cubicBezTo>
                <a:lnTo>
                  <a:pt x="68461" y="23812"/>
                </a:lnTo>
                <a:lnTo>
                  <a:pt x="89297" y="23812"/>
                </a:lnTo>
                <a:cubicBezTo>
                  <a:pt x="95883" y="23812"/>
                  <a:pt x="101203" y="29133"/>
                  <a:pt x="101203" y="35719"/>
                </a:cubicBezTo>
                <a:cubicBezTo>
                  <a:pt x="101203" y="42304"/>
                  <a:pt x="95883" y="47625"/>
                  <a:pt x="89297" y="47625"/>
                </a:cubicBezTo>
                <a:lnTo>
                  <a:pt x="46546" y="47625"/>
                </a:lnTo>
                <a:cubicBezTo>
                  <a:pt x="37281" y="47625"/>
                  <a:pt x="29766" y="55141"/>
                  <a:pt x="29766" y="64405"/>
                </a:cubicBezTo>
                <a:cubicBezTo>
                  <a:pt x="29766" y="72777"/>
                  <a:pt x="35905" y="79846"/>
                  <a:pt x="44165" y="81037"/>
                </a:cubicBezTo>
                <a:lnTo>
                  <a:pt x="78246" y="85911"/>
                </a:lnTo>
                <a:cubicBezTo>
                  <a:pt x="98264" y="88776"/>
                  <a:pt x="113109" y="105891"/>
                  <a:pt x="113109" y="126095"/>
                </a:cubicBezTo>
                <a:cubicBezTo>
                  <a:pt x="113109" y="148530"/>
                  <a:pt x="94915" y="166688"/>
                  <a:pt x="72517" y="166688"/>
                </a:cubicBezTo>
                <a:lnTo>
                  <a:pt x="68461" y="166688"/>
                </a:lnTo>
                <a:lnTo>
                  <a:pt x="68461" y="181570"/>
                </a:lnTo>
                <a:cubicBezTo>
                  <a:pt x="68461" y="186519"/>
                  <a:pt x="64480" y="190500"/>
                  <a:pt x="59531" y="190500"/>
                </a:cubicBezTo>
                <a:cubicBezTo>
                  <a:pt x="54583" y="190500"/>
                  <a:pt x="50602" y="186519"/>
                  <a:pt x="50602" y="181570"/>
                </a:cubicBezTo>
                <a:lnTo>
                  <a:pt x="50602" y="166688"/>
                </a:lnTo>
                <a:lnTo>
                  <a:pt x="23812" y="166688"/>
                </a:lnTo>
                <a:cubicBezTo>
                  <a:pt x="17227" y="166688"/>
                  <a:pt x="11906" y="161367"/>
                  <a:pt x="11906" y="154781"/>
                </a:cubicBezTo>
                <a:cubicBezTo>
                  <a:pt x="11906" y="148196"/>
                  <a:pt x="17227" y="142875"/>
                  <a:pt x="23812" y="142875"/>
                </a:cubicBezTo>
                <a:lnTo>
                  <a:pt x="72517" y="142875"/>
                </a:lnTo>
                <a:cubicBezTo>
                  <a:pt x="81781" y="142875"/>
                  <a:pt x="89297" y="135359"/>
                  <a:pt x="89297" y="126095"/>
                </a:cubicBezTo>
                <a:cubicBezTo>
                  <a:pt x="89297" y="117723"/>
                  <a:pt x="83158" y="110654"/>
                  <a:pt x="74898" y="109463"/>
                </a:cubicBezTo>
                <a:lnTo>
                  <a:pt x="40816" y="104589"/>
                </a:lnTo>
                <a:cubicBezTo>
                  <a:pt x="20799" y="101761"/>
                  <a:pt x="5953" y="84609"/>
                  <a:pt x="5953" y="64405"/>
                </a:cubicBezTo>
                <a:cubicBezTo>
                  <a:pt x="5953" y="42007"/>
                  <a:pt x="24147" y="23812"/>
                  <a:pt x="46546" y="23812"/>
                </a:cubicBezTo>
                <a:lnTo>
                  <a:pt x="50602" y="23812"/>
                </a:lnTo>
                <a:lnTo>
                  <a:pt x="50602" y="893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1190625" y="5245001"/>
            <a:ext cx="586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Ekonomik ve Operasyonel Maliyetler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90625" y="5626001"/>
            <a:ext cx="58483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İş kazaları,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yüksek sigorta primleri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tazminat ödemeleri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üretim kayıpları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itibar kaybı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ile sonuçlanan ciddi finansal yükler oluşturur.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58063" y="1414463"/>
            <a:ext cx="4448175" cy="2847975"/>
          </a:xfrm>
          <a:custGeom>
            <a:avLst/>
            <a:gdLst/>
            <a:ahLst/>
            <a:cxnLst/>
            <a:rect l="l" t="t" r="r" b="b"/>
            <a:pathLst>
              <a:path w="4448175" h="2847975">
                <a:moveTo>
                  <a:pt x="114289" y="0"/>
                </a:moveTo>
                <a:lnTo>
                  <a:pt x="4333886" y="0"/>
                </a:lnTo>
                <a:cubicBezTo>
                  <a:pt x="4397006" y="0"/>
                  <a:pt x="4448175" y="51169"/>
                  <a:pt x="4448175" y="114289"/>
                </a:cubicBezTo>
                <a:lnTo>
                  <a:pt x="4448175" y="2733686"/>
                </a:lnTo>
                <a:cubicBezTo>
                  <a:pt x="4448175" y="2796806"/>
                  <a:pt x="4397006" y="2847975"/>
                  <a:pt x="4333886" y="2847975"/>
                </a:cubicBezTo>
                <a:lnTo>
                  <a:pt x="114289" y="2847975"/>
                </a:lnTo>
                <a:cubicBezTo>
                  <a:pt x="51169" y="2847975"/>
                  <a:pt x="0" y="2796806"/>
                  <a:pt x="0" y="2733686"/>
                </a:cubicBezTo>
                <a:lnTo>
                  <a:pt x="0" y="114289"/>
                </a:lnTo>
                <a:cubicBezTo>
                  <a:pt x="0" y="51211"/>
                  <a:pt x="51211" y="0"/>
                  <a:pt x="114289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>
                  <a:alpha val="20000"/>
                </a:srgbClr>
              </a:gs>
              <a:gs pos="100000">
                <a:srgbClr val="22D3EE">
                  <a:alpha val="20000"/>
                </a:srgbClr>
              </a:gs>
            </a:gsLst>
            <a:lin ang="2700000" scaled="1"/>
          </a:gra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05700" y="1609725"/>
            <a:ext cx="4152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2024 Başlıca Kaza Nedenleri</a:t>
            </a:r>
            <a:endParaRPr lang="en-US" sz="1600" dirty="0"/>
          </a:p>
        </p:txBody>
      </p:sp>
      <p:pic>
        <p:nvPicPr>
          <p:cNvPr id="23" name="Image 0" descr="https://kimi-img.moonshot.cn/pub/slides/26-03-03-03:25:59-d6iu8htkjflr11nubas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53325" y="2028825"/>
            <a:ext cx="4057650" cy="2038350"/>
          </a:xfrm>
          <a:prstGeom prst="roundRect">
            <a:avLst>
              <a:gd name="adj" fmla="val 0"/>
            </a:avLst>
          </a:prstGeom>
        </p:spPr>
      </p:pic>
      <p:sp>
        <p:nvSpPr>
          <p:cNvPr id="24" name="Shape 21"/>
          <p:cNvSpPr/>
          <p:nvPr/>
        </p:nvSpPr>
        <p:spPr>
          <a:xfrm>
            <a:off x="7358063" y="4424363"/>
            <a:ext cx="2162175" cy="962025"/>
          </a:xfrm>
          <a:custGeom>
            <a:avLst/>
            <a:gdLst/>
            <a:ahLst/>
            <a:cxnLst/>
            <a:rect l="l" t="t" r="r" b="b"/>
            <a:pathLst>
              <a:path w="2162175" h="962025">
                <a:moveTo>
                  <a:pt x="76202" y="0"/>
                </a:moveTo>
                <a:lnTo>
                  <a:pt x="2085973" y="0"/>
                </a:lnTo>
                <a:cubicBezTo>
                  <a:pt x="2128030" y="0"/>
                  <a:pt x="2162175" y="34145"/>
                  <a:pt x="2162175" y="76202"/>
                </a:cubicBezTo>
                <a:lnTo>
                  <a:pt x="2162175" y="885823"/>
                </a:lnTo>
                <a:cubicBezTo>
                  <a:pt x="2162175" y="927880"/>
                  <a:pt x="2128030" y="962025"/>
                  <a:pt x="2085973" y="962025"/>
                </a:cubicBezTo>
                <a:lnTo>
                  <a:pt x="76202" y="962025"/>
                </a:lnTo>
                <a:cubicBezTo>
                  <a:pt x="34145" y="962025"/>
                  <a:pt x="0" y="927880"/>
                  <a:pt x="0" y="8858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29500" y="4581525"/>
            <a:ext cx="2019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477125" y="5000625"/>
            <a:ext cx="1924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Ölümlü Kaza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9644063" y="4424363"/>
            <a:ext cx="2162175" cy="962025"/>
          </a:xfrm>
          <a:custGeom>
            <a:avLst/>
            <a:gdLst/>
            <a:ahLst/>
            <a:cxnLst/>
            <a:rect l="l" t="t" r="r" b="b"/>
            <a:pathLst>
              <a:path w="2162175" h="962025">
                <a:moveTo>
                  <a:pt x="76202" y="0"/>
                </a:moveTo>
                <a:lnTo>
                  <a:pt x="2085973" y="0"/>
                </a:lnTo>
                <a:cubicBezTo>
                  <a:pt x="2128030" y="0"/>
                  <a:pt x="2162175" y="34145"/>
                  <a:pt x="2162175" y="76202"/>
                </a:cubicBezTo>
                <a:lnTo>
                  <a:pt x="2162175" y="885823"/>
                </a:lnTo>
                <a:cubicBezTo>
                  <a:pt x="2162175" y="927880"/>
                  <a:pt x="2128030" y="962025"/>
                  <a:pt x="2085973" y="962025"/>
                </a:cubicBezTo>
                <a:lnTo>
                  <a:pt x="76202" y="962025"/>
                </a:lnTo>
                <a:cubicBezTo>
                  <a:pt x="34145" y="962025"/>
                  <a:pt x="0" y="927880"/>
                  <a:pt x="0" y="8858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715500" y="4581525"/>
            <a:ext cx="2019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211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9763125" y="5000625"/>
            <a:ext cx="1924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Kazaya Maruz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358063" y="5510213"/>
            <a:ext cx="2162175" cy="962025"/>
          </a:xfrm>
          <a:custGeom>
            <a:avLst/>
            <a:gdLst/>
            <a:ahLst/>
            <a:cxnLst/>
            <a:rect l="l" t="t" r="r" b="b"/>
            <a:pathLst>
              <a:path w="2162175" h="962025">
                <a:moveTo>
                  <a:pt x="76202" y="0"/>
                </a:moveTo>
                <a:lnTo>
                  <a:pt x="2085973" y="0"/>
                </a:lnTo>
                <a:cubicBezTo>
                  <a:pt x="2128030" y="0"/>
                  <a:pt x="2162175" y="34145"/>
                  <a:pt x="2162175" y="76202"/>
                </a:cubicBezTo>
                <a:lnTo>
                  <a:pt x="2162175" y="885823"/>
                </a:lnTo>
                <a:cubicBezTo>
                  <a:pt x="2162175" y="927880"/>
                  <a:pt x="2128030" y="962025"/>
                  <a:pt x="2085973" y="962025"/>
                </a:cubicBezTo>
                <a:lnTo>
                  <a:pt x="76202" y="962025"/>
                </a:lnTo>
                <a:cubicBezTo>
                  <a:pt x="34145" y="962025"/>
                  <a:pt x="0" y="927880"/>
                  <a:pt x="0" y="8858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429500" y="5667375"/>
            <a:ext cx="2019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26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477125" y="6086475"/>
            <a:ext cx="1924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Ülke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9644063" y="5510213"/>
            <a:ext cx="2162175" cy="962025"/>
          </a:xfrm>
          <a:custGeom>
            <a:avLst/>
            <a:gdLst/>
            <a:ahLst/>
            <a:cxnLst/>
            <a:rect l="l" t="t" r="r" b="b"/>
            <a:pathLst>
              <a:path w="2162175" h="962025">
                <a:moveTo>
                  <a:pt x="76202" y="0"/>
                </a:moveTo>
                <a:lnTo>
                  <a:pt x="2085973" y="0"/>
                </a:lnTo>
                <a:cubicBezTo>
                  <a:pt x="2128030" y="0"/>
                  <a:pt x="2162175" y="34145"/>
                  <a:pt x="2162175" y="76202"/>
                </a:cubicBezTo>
                <a:lnTo>
                  <a:pt x="2162175" y="885823"/>
                </a:lnTo>
                <a:cubicBezTo>
                  <a:pt x="2162175" y="927880"/>
                  <a:pt x="2128030" y="962025"/>
                  <a:pt x="2085973" y="962025"/>
                </a:cubicBezTo>
                <a:lnTo>
                  <a:pt x="76202" y="962025"/>
                </a:lnTo>
                <a:cubicBezTo>
                  <a:pt x="34145" y="962025"/>
                  <a:pt x="0" y="927880"/>
                  <a:pt x="0" y="8858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715500" y="5667375"/>
            <a:ext cx="2019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-26%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9763125" y="6086475"/>
            <a:ext cx="1924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Ölüm Azalması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60275"/>
          </a:xfrm>
          <a:custGeom>
            <a:avLst/>
            <a:gdLst/>
            <a:ahLst/>
            <a:cxnLst/>
            <a:rect l="l" t="t" r="r" b="b"/>
            <a:pathLst>
              <a:path w="12192000" h="6860275">
                <a:moveTo>
                  <a:pt x="0" y="0"/>
                </a:moveTo>
                <a:lnTo>
                  <a:pt x="12192000" y="0"/>
                </a:lnTo>
                <a:lnTo>
                  <a:pt x="12192000" y="6860275"/>
                </a:lnTo>
                <a:lnTo>
                  <a:pt x="0" y="6860275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6366F1">
                  <a:alpha val="3000"/>
                </a:srgbClr>
              </a:gs>
              <a:gs pos="20000">
                <a:srgbClr val="6366F1">
                  <a:alpha val="3000"/>
                </a:srgbClr>
              </a:gs>
              <a:gs pos="33333.333333333336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63940" y="363940"/>
            <a:ext cx="11536907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b="1" spc="115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3940" y="655093"/>
            <a:ext cx="11627893" cy="363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7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Çözümümüz: Otonom AI Güvenlik Sistemi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3940" y="1128215"/>
            <a:ext cx="873457" cy="36394"/>
          </a:xfrm>
          <a:custGeom>
            <a:avLst/>
            <a:gdLst/>
            <a:ahLst/>
            <a:cxnLst/>
            <a:rect l="l" t="t" r="r" b="b"/>
            <a:pathLst>
              <a:path w="873457" h="36394">
                <a:moveTo>
                  <a:pt x="18197" y="0"/>
                </a:moveTo>
                <a:lnTo>
                  <a:pt x="855260" y="0"/>
                </a:lnTo>
                <a:cubicBezTo>
                  <a:pt x="865310" y="0"/>
                  <a:pt x="873457" y="8147"/>
                  <a:pt x="873457" y="18197"/>
                </a:cubicBezTo>
                <a:lnTo>
                  <a:pt x="873457" y="18197"/>
                </a:lnTo>
                <a:cubicBezTo>
                  <a:pt x="873457" y="28247"/>
                  <a:pt x="865310" y="36394"/>
                  <a:pt x="855260" y="36394"/>
                </a:cubicBezTo>
                <a:lnTo>
                  <a:pt x="18197" y="36394"/>
                </a:lnTo>
                <a:cubicBezTo>
                  <a:pt x="8154" y="36394"/>
                  <a:pt x="0" y="28240"/>
                  <a:pt x="0" y="18197"/>
                </a:cubicBezTo>
                <a:lnTo>
                  <a:pt x="0" y="18197"/>
                </a:lnTo>
                <a:cubicBezTo>
                  <a:pt x="0" y="8154"/>
                  <a:pt x="8154" y="0"/>
                  <a:pt x="18197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/>
              </a:gs>
              <a:gs pos="100000">
                <a:srgbClr val="22D3EE"/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68490" y="1351128"/>
            <a:ext cx="5631976" cy="1319284"/>
          </a:xfrm>
          <a:custGeom>
            <a:avLst/>
            <a:gdLst/>
            <a:ahLst/>
            <a:cxnLst/>
            <a:rect l="l" t="t" r="r" b="b"/>
            <a:pathLst>
              <a:path w="5631976" h="1319284">
                <a:moveTo>
                  <a:pt x="109184" y="0"/>
                </a:moveTo>
                <a:lnTo>
                  <a:pt x="5522792" y="0"/>
                </a:lnTo>
                <a:cubicBezTo>
                  <a:pt x="5583093" y="0"/>
                  <a:pt x="5631976" y="48883"/>
                  <a:pt x="5631976" y="109184"/>
                </a:cubicBezTo>
                <a:lnTo>
                  <a:pt x="5631976" y="1210100"/>
                </a:lnTo>
                <a:cubicBezTo>
                  <a:pt x="5631976" y="1270400"/>
                  <a:pt x="5583093" y="1319284"/>
                  <a:pt x="5522792" y="1319284"/>
                </a:cubicBezTo>
                <a:lnTo>
                  <a:pt x="109184" y="1319284"/>
                </a:lnTo>
                <a:cubicBezTo>
                  <a:pt x="48883" y="1319284"/>
                  <a:pt x="0" y="1270400"/>
                  <a:pt x="0" y="1210100"/>
                </a:cubicBezTo>
                <a:lnTo>
                  <a:pt x="0" y="109184"/>
                </a:lnTo>
                <a:cubicBezTo>
                  <a:pt x="0" y="48924"/>
                  <a:pt x="48924" y="0"/>
                  <a:pt x="109184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5009" y="1537648"/>
            <a:ext cx="363940" cy="363940"/>
          </a:xfrm>
          <a:custGeom>
            <a:avLst/>
            <a:gdLst/>
            <a:ahLst/>
            <a:cxnLst/>
            <a:rect l="l" t="t" r="r" b="b"/>
            <a:pathLst>
              <a:path w="363940" h="363940">
                <a:moveTo>
                  <a:pt x="72788" y="0"/>
                </a:moveTo>
                <a:lnTo>
                  <a:pt x="291152" y="0"/>
                </a:lnTo>
                <a:cubicBezTo>
                  <a:pt x="331352" y="0"/>
                  <a:pt x="363940" y="32588"/>
                  <a:pt x="363940" y="72788"/>
                </a:cubicBezTo>
                <a:lnTo>
                  <a:pt x="363940" y="291152"/>
                </a:lnTo>
                <a:cubicBezTo>
                  <a:pt x="363940" y="331352"/>
                  <a:pt x="331352" y="363940"/>
                  <a:pt x="291152" y="363940"/>
                </a:cubicBezTo>
                <a:lnTo>
                  <a:pt x="72788" y="363940"/>
                </a:lnTo>
                <a:cubicBezTo>
                  <a:pt x="32588" y="363940"/>
                  <a:pt x="0" y="331352"/>
                  <a:pt x="0" y="291152"/>
                </a:cubicBezTo>
                <a:lnTo>
                  <a:pt x="0" y="72788"/>
                </a:lnTo>
                <a:cubicBezTo>
                  <a:pt x="0" y="32615"/>
                  <a:pt x="32615" y="0"/>
                  <a:pt x="72788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/>
              </a:gs>
              <a:gs pos="100000">
                <a:srgbClr val="6366F1">
                  <a:alpha val="50000"/>
                </a:srgbClr>
              </a:gs>
            </a:gsLst>
            <a:lin ang="270000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647131" y="1637731"/>
            <a:ext cx="184245" cy="163773"/>
          </a:xfrm>
          <a:custGeom>
            <a:avLst/>
            <a:gdLst/>
            <a:ahLst/>
            <a:cxnLst/>
            <a:rect l="l" t="t" r="r" b="b"/>
            <a:pathLst>
              <a:path w="184245" h="163773">
                <a:moveTo>
                  <a:pt x="92122" y="10236"/>
                </a:moveTo>
                <a:cubicBezTo>
                  <a:pt x="66277" y="10236"/>
                  <a:pt x="45581" y="22007"/>
                  <a:pt x="30516" y="36017"/>
                </a:cubicBezTo>
                <a:cubicBezTo>
                  <a:pt x="15546" y="49932"/>
                  <a:pt x="5534" y="66533"/>
                  <a:pt x="768" y="77952"/>
                </a:cubicBezTo>
                <a:cubicBezTo>
                  <a:pt x="-288" y="80479"/>
                  <a:pt x="-288" y="83294"/>
                  <a:pt x="768" y="85821"/>
                </a:cubicBezTo>
                <a:cubicBezTo>
                  <a:pt x="5534" y="97240"/>
                  <a:pt x="15546" y="113874"/>
                  <a:pt x="30516" y="127756"/>
                </a:cubicBezTo>
                <a:cubicBezTo>
                  <a:pt x="45581" y="141734"/>
                  <a:pt x="66277" y="153537"/>
                  <a:pt x="92122" y="153537"/>
                </a:cubicBezTo>
                <a:cubicBezTo>
                  <a:pt x="117968" y="153537"/>
                  <a:pt x="138663" y="141766"/>
                  <a:pt x="153729" y="127756"/>
                </a:cubicBezTo>
                <a:cubicBezTo>
                  <a:pt x="168699" y="113842"/>
                  <a:pt x="178711" y="97240"/>
                  <a:pt x="183477" y="85821"/>
                </a:cubicBezTo>
                <a:cubicBezTo>
                  <a:pt x="184533" y="83294"/>
                  <a:pt x="184533" y="80479"/>
                  <a:pt x="183477" y="77952"/>
                </a:cubicBezTo>
                <a:cubicBezTo>
                  <a:pt x="178711" y="66533"/>
                  <a:pt x="168699" y="49900"/>
                  <a:pt x="153729" y="36017"/>
                </a:cubicBezTo>
                <a:cubicBezTo>
                  <a:pt x="138663" y="22039"/>
                  <a:pt x="117968" y="10236"/>
                  <a:pt x="92122" y="10236"/>
                </a:cubicBezTo>
                <a:close/>
                <a:moveTo>
                  <a:pt x="46061" y="81887"/>
                </a:moveTo>
                <a:cubicBezTo>
                  <a:pt x="46061" y="56465"/>
                  <a:pt x="66701" y="35825"/>
                  <a:pt x="92122" y="35825"/>
                </a:cubicBezTo>
                <a:cubicBezTo>
                  <a:pt x="117544" y="35825"/>
                  <a:pt x="138184" y="56465"/>
                  <a:pt x="138184" y="81887"/>
                </a:cubicBezTo>
                <a:cubicBezTo>
                  <a:pt x="138184" y="107308"/>
                  <a:pt x="117544" y="127948"/>
                  <a:pt x="92122" y="127948"/>
                </a:cubicBezTo>
                <a:cubicBezTo>
                  <a:pt x="66701" y="127948"/>
                  <a:pt x="46061" y="107308"/>
                  <a:pt x="46061" y="81887"/>
                </a:cubicBezTo>
                <a:close/>
                <a:moveTo>
                  <a:pt x="92122" y="61415"/>
                </a:moveTo>
                <a:cubicBezTo>
                  <a:pt x="92122" y="72706"/>
                  <a:pt x="82942" y="81887"/>
                  <a:pt x="71651" y="81887"/>
                </a:cubicBezTo>
                <a:cubicBezTo>
                  <a:pt x="67972" y="81887"/>
                  <a:pt x="64518" y="80927"/>
                  <a:pt x="61511" y="79200"/>
                </a:cubicBezTo>
                <a:cubicBezTo>
                  <a:pt x="61191" y="82686"/>
                  <a:pt x="61479" y="86269"/>
                  <a:pt x="62439" y="89819"/>
                </a:cubicBezTo>
                <a:cubicBezTo>
                  <a:pt x="66821" y="106197"/>
                  <a:pt x="83678" y="115921"/>
                  <a:pt x="100055" y="111538"/>
                </a:cubicBezTo>
                <a:cubicBezTo>
                  <a:pt x="116432" y="107156"/>
                  <a:pt x="126156" y="90299"/>
                  <a:pt x="121774" y="73922"/>
                </a:cubicBezTo>
                <a:cubicBezTo>
                  <a:pt x="117872" y="59304"/>
                  <a:pt x="104022" y="49996"/>
                  <a:pt x="89435" y="51275"/>
                </a:cubicBezTo>
                <a:cubicBezTo>
                  <a:pt x="91131" y="54250"/>
                  <a:pt x="92122" y="57704"/>
                  <a:pt x="92122" y="6141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28131" y="1592239"/>
            <a:ext cx="1382973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Bilgisayarlı Görü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5009" y="2010770"/>
            <a:ext cx="5331725" cy="473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Kamera görüntülerini gerçek zamanlı analiz eden </a:t>
            </a:r>
            <a:pPr>
              <a:lnSpc>
                <a:spcPct val="140000"/>
              </a:lnSpc>
            </a:pPr>
            <a:r>
              <a:rPr lang="en-US" sz="114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 Vision</a:t>
            </a:r>
            <a:pPr>
              <a:lnSpc>
                <a:spcPct val="140000"/>
              </a:lnSpc>
            </a:pPr>
            <a:r>
              <a:rPr lang="en-US" sz="114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teknolojisi, işçileri ve ekipmanları yüksek doğrulukla tespit eder.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8490" y="2825087"/>
            <a:ext cx="5631976" cy="1319284"/>
          </a:xfrm>
          <a:custGeom>
            <a:avLst/>
            <a:gdLst/>
            <a:ahLst/>
            <a:cxnLst/>
            <a:rect l="l" t="t" r="r" b="b"/>
            <a:pathLst>
              <a:path w="5631976" h="1319284">
                <a:moveTo>
                  <a:pt x="109184" y="0"/>
                </a:moveTo>
                <a:lnTo>
                  <a:pt x="5522792" y="0"/>
                </a:lnTo>
                <a:cubicBezTo>
                  <a:pt x="5583093" y="0"/>
                  <a:pt x="5631976" y="48883"/>
                  <a:pt x="5631976" y="109184"/>
                </a:cubicBezTo>
                <a:lnTo>
                  <a:pt x="5631976" y="1210100"/>
                </a:lnTo>
                <a:cubicBezTo>
                  <a:pt x="5631976" y="1270400"/>
                  <a:pt x="5583093" y="1319284"/>
                  <a:pt x="5522792" y="1319284"/>
                </a:cubicBezTo>
                <a:lnTo>
                  <a:pt x="109184" y="1319284"/>
                </a:lnTo>
                <a:cubicBezTo>
                  <a:pt x="48883" y="1319284"/>
                  <a:pt x="0" y="1270400"/>
                  <a:pt x="0" y="1210100"/>
                </a:cubicBezTo>
                <a:lnTo>
                  <a:pt x="0" y="109184"/>
                </a:lnTo>
                <a:cubicBezTo>
                  <a:pt x="0" y="48924"/>
                  <a:pt x="48924" y="0"/>
                  <a:pt x="109184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5009" y="3011606"/>
            <a:ext cx="363940" cy="363940"/>
          </a:xfrm>
          <a:custGeom>
            <a:avLst/>
            <a:gdLst/>
            <a:ahLst/>
            <a:cxnLst/>
            <a:rect l="l" t="t" r="r" b="b"/>
            <a:pathLst>
              <a:path w="363940" h="363940">
                <a:moveTo>
                  <a:pt x="72788" y="0"/>
                </a:moveTo>
                <a:lnTo>
                  <a:pt x="291152" y="0"/>
                </a:lnTo>
                <a:cubicBezTo>
                  <a:pt x="331352" y="0"/>
                  <a:pt x="363940" y="32588"/>
                  <a:pt x="363940" y="72788"/>
                </a:cubicBezTo>
                <a:lnTo>
                  <a:pt x="363940" y="291152"/>
                </a:lnTo>
                <a:cubicBezTo>
                  <a:pt x="363940" y="331352"/>
                  <a:pt x="331352" y="363940"/>
                  <a:pt x="291152" y="363940"/>
                </a:cubicBezTo>
                <a:lnTo>
                  <a:pt x="72788" y="363940"/>
                </a:lnTo>
                <a:cubicBezTo>
                  <a:pt x="32588" y="363940"/>
                  <a:pt x="0" y="331352"/>
                  <a:pt x="0" y="291152"/>
                </a:cubicBezTo>
                <a:lnTo>
                  <a:pt x="0" y="72788"/>
                </a:lnTo>
                <a:cubicBezTo>
                  <a:pt x="0" y="32615"/>
                  <a:pt x="32615" y="0"/>
                  <a:pt x="72788" y="0"/>
                </a:cubicBezTo>
                <a:close/>
              </a:path>
            </a:pathLst>
          </a:custGeom>
          <a:gradFill rotWithShape="1" flip="none">
            <a:gsLst>
              <a:gs pos="0">
                <a:srgbClr val="22D3EE"/>
              </a:gs>
              <a:gs pos="100000">
                <a:srgbClr val="22D3EE">
                  <a:alpha val="50000"/>
                </a:srgbClr>
              </a:gs>
            </a:gsLst>
            <a:lin ang="27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657367" y="3111690"/>
            <a:ext cx="163773" cy="163773"/>
          </a:xfrm>
          <a:custGeom>
            <a:avLst/>
            <a:gdLst/>
            <a:ahLst/>
            <a:cxnLst/>
            <a:rect l="l" t="t" r="r" b="b"/>
            <a:pathLst>
              <a:path w="163773" h="163773">
                <a:moveTo>
                  <a:pt x="143301" y="81887"/>
                </a:moveTo>
                <a:cubicBezTo>
                  <a:pt x="143301" y="47991"/>
                  <a:pt x="115782" y="20472"/>
                  <a:pt x="81887" y="20472"/>
                </a:cubicBezTo>
                <a:cubicBezTo>
                  <a:pt x="47991" y="20472"/>
                  <a:pt x="20472" y="47991"/>
                  <a:pt x="20472" y="81887"/>
                </a:cubicBezTo>
                <a:cubicBezTo>
                  <a:pt x="20472" y="115782"/>
                  <a:pt x="47991" y="143301"/>
                  <a:pt x="81887" y="143301"/>
                </a:cubicBezTo>
                <a:cubicBezTo>
                  <a:pt x="115782" y="143301"/>
                  <a:pt x="143301" y="115782"/>
                  <a:pt x="143301" y="81887"/>
                </a:cubicBezTo>
                <a:close/>
                <a:moveTo>
                  <a:pt x="0" y="81887"/>
                </a:moveTo>
                <a:cubicBezTo>
                  <a:pt x="0" y="36692"/>
                  <a:pt x="36692" y="0"/>
                  <a:pt x="81887" y="0"/>
                </a:cubicBezTo>
                <a:cubicBezTo>
                  <a:pt x="127081" y="0"/>
                  <a:pt x="163773" y="36692"/>
                  <a:pt x="163773" y="81887"/>
                </a:cubicBezTo>
                <a:cubicBezTo>
                  <a:pt x="163773" y="127081"/>
                  <a:pt x="127081" y="163773"/>
                  <a:pt x="81887" y="163773"/>
                </a:cubicBezTo>
                <a:cubicBezTo>
                  <a:pt x="36692" y="163773"/>
                  <a:pt x="0" y="127081"/>
                  <a:pt x="0" y="81887"/>
                </a:cubicBezTo>
                <a:close/>
                <a:moveTo>
                  <a:pt x="81887" y="107476"/>
                </a:moveTo>
                <a:cubicBezTo>
                  <a:pt x="96010" y="107476"/>
                  <a:pt x="107476" y="96010"/>
                  <a:pt x="107476" y="81887"/>
                </a:cubicBezTo>
                <a:cubicBezTo>
                  <a:pt x="107476" y="67763"/>
                  <a:pt x="96010" y="56297"/>
                  <a:pt x="81887" y="56297"/>
                </a:cubicBezTo>
                <a:cubicBezTo>
                  <a:pt x="67763" y="56297"/>
                  <a:pt x="56297" y="67763"/>
                  <a:pt x="56297" y="81887"/>
                </a:cubicBezTo>
                <a:cubicBezTo>
                  <a:pt x="56297" y="96010"/>
                  <a:pt x="67763" y="107476"/>
                  <a:pt x="81887" y="107476"/>
                </a:cubicBezTo>
                <a:close/>
                <a:moveTo>
                  <a:pt x="81887" y="35825"/>
                </a:moveTo>
                <a:cubicBezTo>
                  <a:pt x="107308" y="35825"/>
                  <a:pt x="127948" y="56465"/>
                  <a:pt x="127948" y="81887"/>
                </a:cubicBezTo>
                <a:cubicBezTo>
                  <a:pt x="127948" y="107308"/>
                  <a:pt x="107308" y="127948"/>
                  <a:pt x="81887" y="127948"/>
                </a:cubicBezTo>
                <a:cubicBezTo>
                  <a:pt x="56465" y="127948"/>
                  <a:pt x="35825" y="107308"/>
                  <a:pt x="35825" y="81887"/>
                </a:cubicBezTo>
                <a:cubicBezTo>
                  <a:pt x="35825" y="56465"/>
                  <a:pt x="56465" y="35825"/>
                  <a:pt x="81887" y="35825"/>
                </a:cubicBezTo>
                <a:close/>
                <a:moveTo>
                  <a:pt x="71651" y="81887"/>
                </a:moveTo>
                <a:cubicBezTo>
                  <a:pt x="71651" y="76237"/>
                  <a:pt x="76237" y="71651"/>
                  <a:pt x="81887" y="71651"/>
                </a:cubicBezTo>
                <a:cubicBezTo>
                  <a:pt x="87536" y="71651"/>
                  <a:pt x="92122" y="76237"/>
                  <a:pt x="92122" y="81887"/>
                </a:cubicBezTo>
                <a:cubicBezTo>
                  <a:pt x="92122" y="87536"/>
                  <a:pt x="87536" y="92122"/>
                  <a:pt x="81887" y="92122"/>
                </a:cubicBezTo>
                <a:cubicBezTo>
                  <a:pt x="76237" y="92122"/>
                  <a:pt x="71651" y="87536"/>
                  <a:pt x="71651" y="8188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28131" y="3066197"/>
            <a:ext cx="1237397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Nesne Tanıma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5009" y="3484728"/>
            <a:ext cx="5331725" cy="473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 Detection</a:t>
            </a:r>
            <a:pPr>
              <a:lnSpc>
                <a:spcPct val="140000"/>
              </a:lnSpc>
            </a:pPr>
            <a:r>
              <a:rPr lang="en-US" sz="114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algoritmaları, baret, yelek, gözlük gibi KKD öğelerini ve anormal davranışları anlık olarak algılar.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8490" y="4299045"/>
            <a:ext cx="5631976" cy="1082722"/>
          </a:xfrm>
          <a:custGeom>
            <a:avLst/>
            <a:gdLst/>
            <a:ahLst/>
            <a:cxnLst/>
            <a:rect l="l" t="t" r="r" b="b"/>
            <a:pathLst>
              <a:path w="5631976" h="1082722">
                <a:moveTo>
                  <a:pt x="109182" y="0"/>
                </a:moveTo>
                <a:lnTo>
                  <a:pt x="5522794" y="0"/>
                </a:lnTo>
                <a:cubicBezTo>
                  <a:pt x="5583094" y="0"/>
                  <a:pt x="5631976" y="48882"/>
                  <a:pt x="5631976" y="109182"/>
                </a:cubicBezTo>
                <a:lnTo>
                  <a:pt x="5631976" y="973541"/>
                </a:lnTo>
                <a:cubicBezTo>
                  <a:pt x="5631976" y="1033840"/>
                  <a:pt x="5583094" y="1082722"/>
                  <a:pt x="5522794" y="1082722"/>
                </a:cubicBezTo>
                <a:lnTo>
                  <a:pt x="109182" y="1082722"/>
                </a:lnTo>
                <a:cubicBezTo>
                  <a:pt x="48882" y="1082722"/>
                  <a:pt x="0" y="1033840"/>
                  <a:pt x="0" y="973541"/>
                </a:cubicBezTo>
                <a:lnTo>
                  <a:pt x="0" y="109182"/>
                </a:lnTo>
                <a:cubicBezTo>
                  <a:pt x="0" y="48923"/>
                  <a:pt x="48923" y="0"/>
                  <a:pt x="10918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5009" y="4485564"/>
            <a:ext cx="363940" cy="363940"/>
          </a:xfrm>
          <a:custGeom>
            <a:avLst/>
            <a:gdLst/>
            <a:ahLst/>
            <a:cxnLst/>
            <a:rect l="l" t="t" r="r" b="b"/>
            <a:pathLst>
              <a:path w="363940" h="363940">
                <a:moveTo>
                  <a:pt x="72788" y="0"/>
                </a:moveTo>
                <a:lnTo>
                  <a:pt x="291152" y="0"/>
                </a:lnTo>
                <a:cubicBezTo>
                  <a:pt x="331352" y="0"/>
                  <a:pt x="363940" y="32588"/>
                  <a:pt x="363940" y="72788"/>
                </a:cubicBezTo>
                <a:lnTo>
                  <a:pt x="363940" y="291152"/>
                </a:lnTo>
                <a:cubicBezTo>
                  <a:pt x="363940" y="331352"/>
                  <a:pt x="331352" y="363940"/>
                  <a:pt x="291152" y="363940"/>
                </a:cubicBezTo>
                <a:lnTo>
                  <a:pt x="72788" y="363940"/>
                </a:lnTo>
                <a:cubicBezTo>
                  <a:pt x="32588" y="363940"/>
                  <a:pt x="0" y="331352"/>
                  <a:pt x="0" y="291152"/>
                </a:cubicBezTo>
                <a:lnTo>
                  <a:pt x="0" y="72788"/>
                </a:lnTo>
                <a:cubicBezTo>
                  <a:pt x="0" y="32615"/>
                  <a:pt x="32615" y="0"/>
                  <a:pt x="72788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/>
              </a:gs>
              <a:gs pos="100000">
                <a:srgbClr val="6366F1">
                  <a:alpha val="50000"/>
                </a:srgbClr>
              </a:gs>
            </a:gsLst>
            <a:lin ang="2700000" scaled="1"/>
          </a:gradFill>
          <a:ln/>
        </p:spPr>
      </p:sp>
      <p:sp>
        <p:nvSpPr>
          <p:cNvPr id="18" name="Shape 16"/>
          <p:cNvSpPr/>
          <p:nvPr/>
        </p:nvSpPr>
        <p:spPr>
          <a:xfrm>
            <a:off x="657367" y="4585648"/>
            <a:ext cx="163773" cy="163773"/>
          </a:xfrm>
          <a:custGeom>
            <a:avLst/>
            <a:gdLst/>
            <a:ahLst/>
            <a:cxnLst/>
            <a:rect l="l" t="t" r="r" b="b"/>
            <a:pathLst>
              <a:path w="163773" h="163773">
                <a:moveTo>
                  <a:pt x="81887" y="0"/>
                </a:moveTo>
                <a:cubicBezTo>
                  <a:pt x="127081" y="0"/>
                  <a:pt x="163773" y="36692"/>
                  <a:pt x="163773" y="81887"/>
                </a:cubicBezTo>
                <a:cubicBezTo>
                  <a:pt x="163773" y="127081"/>
                  <a:pt x="127081" y="163773"/>
                  <a:pt x="81887" y="163773"/>
                </a:cubicBezTo>
                <a:cubicBezTo>
                  <a:pt x="36692" y="163773"/>
                  <a:pt x="0" y="127081"/>
                  <a:pt x="0" y="81887"/>
                </a:cubicBezTo>
                <a:cubicBezTo>
                  <a:pt x="0" y="36692"/>
                  <a:pt x="36692" y="0"/>
                  <a:pt x="81887" y="0"/>
                </a:cubicBezTo>
                <a:close/>
                <a:moveTo>
                  <a:pt x="74210" y="38384"/>
                </a:moveTo>
                <a:lnTo>
                  <a:pt x="74210" y="81887"/>
                </a:lnTo>
                <a:cubicBezTo>
                  <a:pt x="74210" y="84446"/>
                  <a:pt x="75489" y="86845"/>
                  <a:pt x="77632" y="88284"/>
                </a:cubicBezTo>
                <a:lnTo>
                  <a:pt x="108340" y="108756"/>
                </a:lnTo>
                <a:cubicBezTo>
                  <a:pt x="111858" y="111123"/>
                  <a:pt x="116624" y="110163"/>
                  <a:pt x="118991" y="106612"/>
                </a:cubicBezTo>
                <a:cubicBezTo>
                  <a:pt x="121358" y="103062"/>
                  <a:pt x="120399" y="98328"/>
                  <a:pt x="116848" y="95961"/>
                </a:cubicBezTo>
                <a:lnTo>
                  <a:pt x="89563" y="77792"/>
                </a:lnTo>
                <a:lnTo>
                  <a:pt x="89563" y="38384"/>
                </a:lnTo>
                <a:cubicBezTo>
                  <a:pt x="89563" y="34130"/>
                  <a:pt x="86141" y="30707"/>
                  <a:pt x="81887" y="30707"/>
                </a:cubicBezTo>
                <a:cubicBezTo>
                  <a:pt x="77632" y="30707"/>
                  <a:pt x="74210" y="34130"/>
                  <a:pt x="74210" y="3838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028131" y="4540155"/>
            <a:ext cx="1819701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7/24 Kesintisiz İzleme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5009" y="4958687"/>
            <a:ext cx="5331725" cy="23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İnsan denetiminin sınırlamalarını ortadan kaldıran </a:t>
            </a:r>
            <a:pPr>
              <a:lnSpc>
                <a:spcPct val="140000"/>
              </a:lnSpc>
            </a:pPr>
            <a:r>
              <a:rPr lang="en-US" sz="114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sürekli ve otonom</a:t>
            </a:r>
            <a:pPr>
              <a:lnSpc>
                <a:spcPct val="140000"/>
              </a:lnSpc>
            </a:pPr>
            <a:r>
              <a:rPr lang="en-US" sz="114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izleme sistemi.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8490" y="5536442"/>
            <a:ext cx="5631976" cy="1082722"/>
          </a:xfrm>
          <a:custGeom>
            <a:avLst/>
            <a:gdLst/>
            <a:ahLst/>
            <a:cxnLst/>
            <a:rect l="l" t="t" r="r" b="b"/>
            <a:pathLst>
              <a:path w="5631976" h="1082722">
                <a:moveTo>
                  <a:pt x="109182" y="0"/>
                </a:moveTo>
                <a:lnTo>
                  <a:pt x="5522794" y="0"/>
                </a:lnTo>
                <a:cubicBezTo>
                  <a:pt x="5583094" y="0"/>
                  <a:pt x="5631976" y="48882"/>
                  <a:pt x="5631976" y="109182"/>
                </a:cubicBezTo>
                <a:lnTo>
                  <a:pt x="5631976" y="973541"/>
                </a:lnTo>
                <a:cubicBezTo>
                  <a:pt x="5631976" y="1033840"/>
                  <a:pt x="5583094" y="1082722"/>
                  <a:pt x="5522794" y="1082722"/>
                </a:cubicBezTo>
                <a:lnTo>
                  <a:pt x="109182" y="1082722"/>
                </a:lnTo>
                <a:cubicBezTo>
                  <a:pt x="48882" y="1082722"/>
                  <a:pt x="0" y="1033840"/>
                  <a:pt x="0" y="973541"/>
                </a:cubicBezTo>
                <a:lnTo>
                  <a:pt x="0" y="109182"/>
                </a:lnTo>
                <a:cubicBezTo>
                  <a:pt x="0" y="48923"/>
                  <a:pt x="48923" y="0"/>
                  <a:pt x="10918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5009" y="5722961"/>
            <a:ext cx="363940" cy="363940"/>
          </a:xfrm>
          <a:custGeom>
            <a:avLst/>
            <a:gdLst/>
            <a:ahLst/>
            <a:cxnLst/>
            <a:rect l="l" t="t" r="r" b="b"/>
            <a:pathLst>
              <a:path w="363940" h="363940">
                <a:moveTo>
                  <a:pt x="72788" y="0"/>
                </a:moveTo>
                <a:lnTo>
                  <a:pt x="291152" y="0"/>
                </a:lnTo>
                <a:cubicBezTo>
                  <a:pt x="331352" y="0"/>
                  <a:pt x="363940" y="32588"/>
                  <a:pt x="363940" y="72788"/>
                </a:cubicBezTo>
                <a:lnTo>
                  <a:pt x="363940" y="291152"/>
                </a:lnTo>
                <a:cubicBezTo>
                  <a:pt x="363940" y="331352"/>
                  <a:pt x="331352" y="363940"/>
                  <a:pt x="291152" y="363940"/>
                </a:cubicBezTo>
                <a:lnTo>
                  <a:pt x="72788" y="363940"/>
                </a:lnTo>
                <a:cubicBezTo>
                  <a:pt x="32588" y="363940"/>
                  <a:pt x="0" y="331352"/>
                  <a:pt x="0" y="291152"/>
                </a:cubicBezTo>
                <a:lnTo>
                  <a:pt x="0" y="72788"/>
                </a:lnTo>
                <a:cubicBezTo>
                  <a:pt x="0" y="32615"/>
                  <a:pt x="32615" y="0"/>
                  <a:pt x="72788" y="0"/>
                </a:cubicBezTo>
                <a:close/>
              </a:path>
            </a:pathLst>
          </a:custGeom>
          <a:gradFill rotWithShape="1" flip="none">
            <a:gsLst>
              <a:gs pos="0">
                <a:srgbClr val="22D3EE"/>
              </a:gs>
              <a:gs pos="100000">
                <a:srgbClr val="22D3EE">
                  <a:alpha val="50000"/>
                </a:srgbClr>
              </a:gs>
            </a:gsLst>
            <a:lin ang="2700000" scaled="1"/>
          </a:gradFill>
          <a:ln/>
        </p:spPr>
      </p:sp>
      <p:sp>
        <p:nvSpPr>
          <p:cNvPr id="23" name="Shape 21"/>
          <p:cNvSpPr/>
          <p:nvPr/>
        </p:nvSpPr>
        <p:spPr>
          <a:xfrm>
            <a:off x="667603" y="5823045"/>
            <a:ext cx="143301" cy="163773"/>
          </a:xfrm>
          <a:custGeom>
            <a:avLst/>
            <a:gdLst/>
            <a:ahLst/>
            <a:cxnLst/>
            <a:rect l="l" t="t" r="r" b="b"/>
            <a:pathLst>
              <a:path w="143301" h="163773">
                <a:moveTo>
                  <a:pt x="108372" y="-3167"/>
                </a:moveTo>
                <a:cubicBezTo>
                  <a:pt x="112178" y="-416"/>
                  <a:pt x="113586" y="4574"/>
                  <a:pt x="111858" y="8924"/>
                </a:cubicBezTo>
                <a:lnTo>
                  <a:pt x="86781" y="71651"/>
                </a:lnTo>
                <a:lnTo>
                  <a:pt x="133066" y="71651"/>
                </a:lnTo>
                <a:cubicBezTo>
                  <a:pt x="137384" y="71651"/>
                  <a:pt x="141222" y="74338"/>
                  <a:pt x="142694" y="78400"/>
                </a:cubicBezTo>
                <a:cubicBezTo>
                  <a:pt x="144165" y="82462"/>
                  <a:pt x="142918" y="87004"/>
                  <a:pt x="139623" y="89755"/>
                </a:cubicBezTo>
                <a:lnTo>
                  <a:pt x="47501" y="166524"/>
                </a:lnTo>
                <a:cubicBezTo>
                  <a:pt x="43886" y="169531"/>
                  <a:pt x="38736" y="169691"/>
                  <a:pt x="34930" y="166940"/>
                </a:cubicBezTo>
                <a:cubicBezTo>
                  <a:pt x="31123" y="164189"/>
                  <a:pt x="29716" y="159199"/>
                  <a:pt x="31443" y="154849"/>
                </a:cubicBezTo>
                <a:lnTo>
                  <a:pt x="56521" y="92122"/>
                </a:lnTo>
                <a:lnTo>
                  <a:pt x="10236" y="92122"/>
                </a:lnTo>
                <a:cubicBezTo>
                  <a:pt x="5918" y="92122"/>
                  <a:pt x="2079" y="89435"/>
                  <a:pt x="608" y="85373"/>
                </a:cubicBezTo>
                <a:cubicBezTo>
                  <a:pt x="-864" y="81311"/>
                  <a:pt x="384" y="76769"/>
                  <a:pt x="3678" y="74018"/>
                </a:cubicBezTo>
                <a:lnTo>
                  <a:pt x="95801" y="-2751"/>
                </a:lnTo>
                <a:cubicBezTo>
                  <a:pt x="99415" y="-5758"/>
                  <a:pt x="104565" y="-5918"/>
                  <a:pt x="108372" y="-316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28131" y="5777552"/>
            <a:ext cx="1583140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Anlık Uyarı Sistemi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5009" y="6196084"/>
            <a:ext cx="5331725" cy="23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İhlal tespitinde </a:t>
            </a:r>
            <a:pPr>
              <a:lnSpc>
                <a:spcPct val="140000"/>
              </a:lnSpc>
            </a:pPr>
            <a:r>
              <a:rPr lang="en-US" sz="114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anında bildirim</a:t>
            </a:r>
            <a:pPr>
              <a:lnSpc>
                <a:spcPct val="140000"/>
              </a:lnSpc>
            </a:pPr>
            <a:r>
              <a:rPr lang="en-US" sz="114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gönderen otomatik uyarı mekanizması.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93525" y="1351128"/>
            <a:ext cx="5631976" cy="4303594"/>
          </a:xfrm>
          <a:custGeom>
            <a:avLst/>
            <a:gdLst/>
            <a:ahLst/>
            <a:cxnLst/>
            <a:rect l="l" t="t" r="r" b="b"/>
            <a:pathLst>
              <a:path w="5631976" h="4303594">
                <a:moveTo>
                  <a:pt x="109182" y="0"/>
                </a:moveTo>
                <a:lnTo>
                  <a:pt x="5522794" y="0"/>
                </a:lnTo>
                <a:cubicBezTo>
                  <a:pt x="5583094" y="0"/>
                  <a:pt x="5631976" y="48883"/>
                  <a:pt x="5631976" y="109182"/>
                </a:cubicBezTo>
                <a:lnTo>
                  <a:pt x="5631976" y="4194412"/>
                </a:lnTo>
                <a:cubicBezTo>
                  <a:pt x="5631976" y="4254712"/>
                  <a:pt x="5583094" y="4303594"/>
                  <a:pt x="5522794" y="4303594"/>
                </a:cubicBezTo>
                <a:lnTo>
                  <a:pt x="109182" y="4303594"/>
                </a:lnTo>
                <a:cubicBezTo>
                  <a:pt x="48883" y="4303594"/>
                  <a:pt x="0" y="4254712"/>
                  <a:pt x="0" y="4194412"/>
                </a:cubicBezTo>
                <a:lnTo>
                  <a:pt x="0" y="109182"/>
                </a:lnTo>
                <a:cubicBezTo>
                  <a:pt x="0" y="48883"/>
                  <a:pt x="48883" y="0"/>
                  <a:pt x="109182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>
                  <a:alpha val="20000"/>
                </a:srgbClr>
              </a:gs>
              <a:gs pos="100000">
                <a:srgbClr val="22D3EE">
                  <a:alpha val="20000"/>
                </a:srgbClr>
              </a:gs>
            </a:gsLst>
            <a:lin ang="2700000" scaled="1"/>
          </a:gra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34551" y="1537648"/>
            <a:ext cx="5349922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3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Sistem Veri Akışı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80044" y="2028967"/>
            <a:ext cx="436728" cy="436728"/>
          </a:xfrm>
          <a:custGeom>
            <a:avLst/>
            <a:gdLst/>
            <a:ahLst/>
            <a:cxnLst/>
            <a:rect l="l" t="t" r="r" b="b"/>
            <a:pathLst>
              <a:path w="436728" h="436728">
                <a:moveTo>
                  <a:pt x="109182" y="0"/>
                </a:moveTo>
                <a:lnTo>
                  <a:pt x="327546" y="0"/>
                </a:lnTo>
                <a:cubicBezTo>
                  <a:pt x="387806" y="0"/>
                  <a:pt x="436728" y="48923"/>
                  <a:pt x="436728" y="109182"/>
                </a:cubicBezTo>
                <a:lnTo>
                  <a:pt x="436728" y="327546"/>
                </a:lnTo>
                <a:cubicBezTo>
                  <a:pt x="436728" y="387806"/>
                  <a:pt x="387806" y="436728"/>
                  <a:pt x="327546" y="436728"/>
                </a:cubicBezTo>
                <a:lnTo>
                  <a:pt x="109182" y="436728"/>
                </a:lnTo>
                <a:cubicBezTo>
                  <a:pt x="48923" y="436728"/>
                  <a:pt x="0" y="387806"/>
                  <a:pt x="0" y="327546"/>
                </a:cubicBezTo>
                <a:lnTo>
                  <a:pt x="0" y="109182"/>
                </a:lnTo>
                <a:cubicBezTo>
                  <a:pt x="0" y="48923"/>
                  <a:pt x="48923" y="0"/>
                  <a:pt x="109182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9" name="Shape 27"/>
          <p:cNvSpPr/>
          <p:nvPr/>
        </p:nvSpPr>
        <p:spPr>
          <a:xfrm>
            <a:off x="6508560" y="2165445"/>
            <a:ext cx="184245" cy="163773"/>
          </a:xfrm>
          <a:custGeom>
            <a:avLst/>
            <a:gdLst/>
            <a:ahLst/>
            <a:cxnLst/>
            <a:rect l="l" t="t" r="r" b="b"/>
            <a:pathLst>
              <a:path w="184245" h="163773">
                <a:moveTo>
                  <a:pt x="30707" y="20472"/>
                </a:moveTo>
                <a:cubicBezTo>
                  <a:pt x="19416" y="20472"/>
                  <a:pt x="10236" y="29652"/>
                  <a:pt x="10236" y="40943"/>
                </a:cubicBezTo>
                <a:lnTo>
                  <a:pt x="10236" y="122830"/>
                </a:lnTo>
                <a:cubicBezTo>
                  <a:pt x="10236" y="134121"/>
                  <a:pt x="19416" y="143301"/>
                  <a:pt x="30707" y="143301"/>
                </a:cubicBezTo>
                <a:lnTo>
                  <a:pt x="112594" y="143301"/>
                </a:lnTo>
                <a:cubicBezTo>
                  <a:pt x="123885" y="143301"/>
                  <a:pt x="133066" y="134121"/>
                  <a:pt x="133066" y="122830"/>
                </a:cubicBezTo>
                <a:lnTo>
                  <a:pt x="133066" y="40943"/>
                </a:lnTo>
                <a:cubicBezTo>
                  <a:pt x="133066" y="29652"/>
                  <a:pt x="123885" y="20472"/>
                  <a:pt x="112594" y="20472"/>
                </a:cubicBezTo>
                <a:lnTo>
                  <a:pt x="30707" y="20472"/>
                </a:lnTo>
                <a:close/>
                <a:moveTo>
                  <a:pt x="148419" y="107476"/>
                </a:moveTo>
                <a:lnTo>
                  <a:pt x="171930" y="126284"/>
                </a:lnTo>
                <a:cubicBezTo>
                  <a:pt x="173273" y="127372"/>
                  <a:pt x="174937" y="127948"/>
                  <a:pt x="176664" y="127948"/>
                </a:cubicBezTo>
                <a:cubicBezTo>
                  <a:pt x="180854" y="127948"/>
                  <a:pt x="184245" y="124557"/>
                  <a:pt x="184245" y="120367"/>
                </a:cubicBezTo>
                <a:lnTo>
                  <a:pt x="184245" y="43406"/>
                </a:lnTo>
                <a:cubicBezTo>
                  <a:pt x="184245" y="39216"/>
                  <a:pt x="180854" y="35825"/>
                  <a:pt x="176664" y="35825"/>
                </a:cubicBezTo>
                <a:cubicBezTo>
                  <a:pt x="174937" y="35825"/>
                  <a:pt x="173273" y="36401"/>
                  <a:pt x="171930" y="37489"/>
                </a:cubicBezTo>
                <a:lnTo>
                  <a:pt x="148419" y="56297"/>
                </a:lnTo>
                <a:lnTo>
                  <a:pt x="148419" y="10747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349" y="2010770"/>
            <a:ext cx="4385481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Kamera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62349" y="2265528"/>
            <a:ext cx="4376382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Görüntü toplama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1436255" y="2156346"/>
            <a:ext cx="181970" cy="181970"/>
          </a:xfrm>
          <a:custGeom>
            <a:avLst/>
            <a:gdLst/>
            <a:ahLst/>
            <a:cxnLst/>
            <a:rect l="l" t="t" r="r" b="b"/>
            <a:pathLst>
              <a:path w="181970" h="181970">
                <a:moveTo>
                  <a:pt x="178629" y="99017"/>
                </a:moveTo>
                <a:cubicBezTo>
                  <a:pt x="183072" y="94575"/>
                  <a:pt x="183072" y="87360"/>
                  <a:pt x="178629" y="82917"/>
                </a:cubicBezTo>
                <a:lnTo>
                  <a:pt x="121764" y="26052"/>
                </a:lnTo>
                <a:cubicBezTo>
                  <a:pt x="117321" y="21609"/>
                  <a:pt x="110106" y="21609"/>
                  <a:pt x="105664" y="26052"/>
                </a:cubicBezTo>
                <a:cubicBezTo>
                  <a:pt x="101221" y="30494"/>
                  <a:pt x="101221" y="37709"/>
                  <a:pt x="105664" y="42152"/>
                </a:cubicBezTo>
                <a:lnTo>
                  <a:pt x="143124" y="79612"/>
                </a:lnTo>
                <a:lnTo>
                  <a:pt x="11373" y="79612"/>
                </a:lnTo>
                <a:cubicBezTo>
                  <a:pt x="5082" y="79612"/>
                  <a:pt x="0" y="84694"/>
                  <a:pt x="0" y="90985"/>
                </a:cubicBezTo>
                <a:cubicBezTo>
                  <a:pt x="0" y="97276"/>
                  <a:pt x="5082" y="102358"/>
                  <a:pt x="11373" y="102358"/>
                </a:cubicBezTo>
                <a:lnTo>
                  <a:pt x="143124" y="102358"/>
                </a:lnTo>
                <a:lnTo>
                  <a:pt x="105664" y="139818"/>
                </a:lnTo>
                <a:cubicBezTo>
                  <a:pt x="101221" y="144261"/>
                  <a:pt x="101221" y="151476"/>
                  <a:pt x="105664" y="155919"/>
                </a:cubicBezTo>
                <a:cubicBezTo>
                  <a:pt x="110106" y="160361"/>
                  <a:pt x="117321" y="160361"/>
                  <a:pt x="121764" y="155919"/>
                </a:cubicBezTo>
                <a:lnTo>
                  <a:pt x="178629" y="9905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3" name="Shape 31"/>
          <p:cNvSpPr/>
          <p:nvPr/>
        </p:nvSpPr>
        <p:spPr>
          <a:xfrm>
            <a:off x="6380044" y="2756848"/>
            <a:ext cx="436728" cy="436728"/>
          </a:xfrm>
          <a:custGeom>
            <a:avLst/>
            <a:gdLst/>
            <a:ahLst/>
            <a:cxnLst/>
            <a:rect l="l" t="t" r="r" b="b"/>
            <a:pathLst>
              <a:path w="436728" h="436728">
                <a:moveTo>
                  <a:pt x="109182" y="0"/>
                </a:moveTo>
                <a:lnTo>
                  <a:pt x="327546" y="0"/>
                </a:lnTo>
                <a:cubicBezTo>
                  <a:pt x="387806" y="0"/>
                  <a:pt x="436728" y="48923"/>
                  <a:pt x="436728" y="109182"/>
                </a:cubicBezTo>
                <a:lnTo>
                  <a:pt x="436728" y="327546"/>
                </a:lnTo>
                <a:cubicBezTo>
                  <a:pt x="436728" y="387806"/>
                  <a:pt x="387806" y="436728"/>
                  <a:pt x="327546" y="436728"/>
                </a:cubicBezTo>
                <a:lnTo>
                  <a:pt x="109182" y="436728"/>
                </a:lnTo>
                <a:cubicBezTo>
                  <a:pt x="48923" y="436728"/>
                  <a:pt x="0" y="387806"/>
                  <a:pt x="0" y="327546"/>
                </a:cubicBezTo>
                <a:lnTo>
                  <a:pt x="0" y="109182"/>
                </a:lnTo>
                <a:cubicBezTo>
                  <a:pt x="0" y="48923"/>
                  <a:pt x="48923" y="0"/>
                  <a:pt x="109182" y="0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34" name="Shape 32"/>
          <p:cNvSpPr/>
          <p:nvPr/>
        </p:nvSpPr>
        <p:spPr>
          <a:xfrm>
            <a:off x="6518796" y="2893325"/>
            <a:ext cx="163773" cy="163773"/>
          </a:xfrm>
          <a:custGeom>
            <a:avLst/>
            <a:gdLst/>
            <a:ahLst/>
            <a:cxnLst/>
            <a:rect l="l" t="t" r="r" b="b"/>
            <a:pathLst>
              <a:path w="163773" h="163773">
                <a:moveTo>
                  <a:pt x="38384" y="17913"/>
                </a:moveTo>
                <a:cubicBezTo>
                  <a:pt x="38384" y="8029"/>
                  <a:pt x="46413" y="0"/>
                  <a:pt x="56297" y="0"/>
                </a:cubicBezTo>
                <a:lnTo>
                  <a:pt x="63974" y="0"/>
                </a:lnTo>
                <a:cubicBezTo>
                  <a:pt x="69636" y="0"/>
                  <a:pt x="74210" y="4574"/>
                  <a:pt x="74210" y="10236"/>
                </a:cubicBezTo>
                <a:lnTo>
                  <a:pt x="74210" y="153537"/>
                </a:lnTo>
                <a:cubicBezTo>
                  <a:pt x="74210" y="159199"/>
                  <a:pt x="69636" y="163773"/>
                  <a:pt x="63974" y="163773"/>
                </a:cubicBezTo>
                <a:lnTo>
                  <a:pt x="53738" y="163773"/>
                </a:lnTo>
                <a:cubicBezTo>
                  <a:pt x="44206" y="163773"/>
                  <a:pt x="36177" y="157248"/>
                  <a:pt x="33906" y="148419"/>
                </a:cubicBezTo>
                <a:cubicBezTo>
                  <a:pt x="33682" y="148419"/>
                  <a:pt x="33490" y="148419"/>
                  <a:pt x="33266" y="148419"/>
                </a:cubicBezTo>
                <a:cubicBezTo>
                  <a:pt x="19128" y="148419"/>
                  <a:pt x="7677" y="136968"/>
                  <a:pt x="7677" y="122830"/>
                </a:cubicBezTo>
                <a:cubicBezTo>
                  <a:pt x="7677" y="117072"/>
                  <a:pt x="9596" y="111762"/>
                  <a:pt x="12795" y="107476"/>
                </a:cubicBezTo>
                <a:cubicBezTo>
                  <a:pt x="6589" y="102806"/>
                  <a:pt x="2559" y="95385"/>
                  <a:pt x="2559" y="87004"/>
                </a:cubicBezTo>
                <a:cubicBezTo>
                  <a:pt x="2559" y="77121"/>
                  <a:pt x="8189" y="68516"/>
                  <a:pt x="16377" y="64262"/>
                </a:cubicBezTo>
                <a:cubicBezTo>
                  <a:pt x="14106" y="60423"/>
                  <a:pt x="12795" y="55945"/>
                  <a:pt x="12795" y="51179"/>
                </a:cubicBezTo>
                <a:cubicBezTo>
                  <a:pt x="12795" y="37041"/>
                  <a:pt x="24246" y="25590"/>
                  <a:pt x="38384" y="25590"/>
                </a:cubicBezTo>
                <a:lnTo>
                  <a:pt x="38384" y="17913"/>
                </a:lnTo>
                <a:close/>
                <a:moveTo>
                  <a:pt x="125389" y="17913"/>
                </a:moveTo>
                <a:lnTo>
                  <a:pt x="125389" y="25590"/>
                </a:lnTo>
                <a:cubicBezTo>
                  <a:pt x="139527" y="25590"/>
                  <a:pt x="150978" y="37041"/>
                  <a:pt x="150978" y="51179"/>
                </a:cubicBezTo>
                <a:cubicBezTo>
                  <a:pt x="150978" y="55977"/>
                  <a:pt x="149667" y="60455"/>
                  <a:pt x="147396" y="64262"/>
                </a:cubicBezTo>
                <a:cubicBezTo>
                  <a:pt x="155616" y="68516"/>
                  <a:pt x="161214" y="77089"/>
                  <a:pt x="161214" y="87004"/>
                </a:cubicBezTo>
                <a:cubicBezTo>
                  <a:pt x="161214" y="95385"/>
                  <a:pt x="157184" y="102806"/>
                  <a:pt x="150978" y="107476"/>
                </a:cubicBezTo>
                <a:cubicBezTo>
                  <a:pt x="154177" y="111762"/>
                  <a:pt x="156096" y="117072"/>
                  <a:pt x="156096" y="122830"/>
                </a:cubicBezTo>
                <a:cubicBezTo>
                  <a:pt x="156096" y="136968"/>
                  <a:pt x="144645" y="148419"/>
                  <a:pt x="130507" y="148419"/>
                </a:cubicBezTo>
                <a:cubicBezTo>
                  <a:pt x="130283" y="148419"/>
                  <a:pt x="130091" y="148419"/>
                  <a:pt x="129867" y="148419"/>
                </a:cubicBezTo>
                <a:cubicBezTo>
                  <a:pt x="127596" y="157248"/>
                  <a:pt x="119567" y="163773"/>
                  <a:pt x="110035" y="163773"/>
                </a:cubicBezTo>
                <a:lnTo>
                  <a:pt x="99799" y="163773"/>
                </a:lnTo>
                <a:cubicBezTo>
                  <a:pt x="94138" y="163773"/>
                  <a:pt x="89563" y="159199"/>
                  <a:pt x="89563" y="153537"/>
                </a:cubicBezTo>
                <a:lnTo>
                  <a:pt x="89563" y="10236"/>
                </a:lnTo>
                <a:cubicBezTo>
                  <a:pt x="89563" y="4574"/>
                  <a:pt x="94138" y="0"/>
                  <a:pt x="99799" y="0"/>
                </a:cubicBezTo>
                <a:lnTo>
                  <a:pt x="107476" y="0"/>
                </a:lnTo>
                <a:cubicBezTo>
                  <a:pt x="117360" y="0"/>
                  <a:pt x="125389" y="8029"/>
                  <a:pt x="125389" y="1791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6962349" y="2738651"/>
            <a:ext cx="4385481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Model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62349" y="2993409"/>
            <a:ext cx="4376382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YOLOv8 analizi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1436255" y="2884227"/>
            <a:ext cx="181970" cy="181970"/>
          </a:xfrm>
          <a:custGeom>
            <a:avLst/>
            <a:gdLst/>
            <a:ahLst/>
            <a:cxnLst/>
            <a:rect l="l" t="t" r="r" b="b"/>
            <a:pathLst>
              <a:path w="181970" h="181970">
                <a:moveTo>
                  <a:pt x="178629" y="99017"/>
                </a:moveTo>
                <a:cubicBezTo>
                  <a:pt x="183072" y="94575"/>
                  <a:pt x="183072" y="87360"/>
                  <a:pt x="178629" y="82917"/>
                </a:cubicBezTo>
                <a:lnTo>
                  <a:pt x="121764" y="26052"/>
                </a:lnTo>
                <a:cubicBezTo>
                  <a:pt x="117321" y="21609"/>
                  <a:pt x="110106" y="21609"/>
                  <a:pt x="105664" y="26052"/>
                </a:cubicBezTo>
                <a:cubicBezTo>
                  <a:pt x="101221" y="30494"/>
                  <a:pt x="101221" y="37709"/>
                  <a:pt x="105664" y="42152"/>
                </a:cubicBezTo>
                <a:lnTo>
                  <a:pt x="143124" y="79612"/>
                </a:lnTo>
                <a:lnTo>
                  <a:pt x="11373" y="79612"/>
                </a:lnTo>
                <a:cubicBezTo>
                  <a:pt x="5082" y="79612"/>
                  <a:pt x="0" y="84694"/>
                  <a:pt x="0" y="90985"/>
                </a:cubicBezTo>
                <a:cubicBezTo>
                  <a:pt x="0" y="97276"/>
                  <a:pt x="5082" y="102358"/>
                  <a:pt x="11373" y="102358"/>
                </a:cubicBezTo>
                <a:lnTo>
                  <a:pt x="143124" y="102358"/>
                </a:lnTo>
                <a:lnTo>
                  <a:pt x="105664" y="139818"/>
                </a:lnTo>
                <a:cubicBezTo>
                  <a:pt x="101221" y="144261"/>
                  <a:pt x="101221" y="151476"/>
                  <a:pt x="105664" y="155919"/>
                </a:cubicBezTo>
                <a:cubicBezTo>
                  <a:pt x="110106" y="160361"/>
                  <a:pt x="117321" y="160361"/>
                  <a:pt x="121764" y="155919"/>
                </a:cubicBezTo>
                <a:lnTo>
                  <a:pt x="178629" y="99053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38" name="Shape 36"/>
          <p:cNvSpPr/>
          <p:nvPr/>
        </p:nvSpPr>
        <p:spPr>
          <a:xfrm>
            <a:off x="6380044" y="3484728"/>
            <a:ext cx="436728" cy="436728"/>
          </a:xfrm>
          <a:custGeom>
            <a:avLst/>
            <a:gdLst/>
            <a:ahLst/>
            <a:cxnLst/>
            <a:rect l="l" t="t" r="r" b="b"/>
            <a:pathLst>
              <a:path w="436728" h="436728">
                <a:moveTo>
                  <a:pt x="109182" y="0"/>
                </a:moveTo>
                <a:lnTo>
                  <a:pt x="327546" y="0"/>
                </a:lnTo>
                <a:cubicBezTo>
                  <a:pt x="387806" y="0"/>
                  <a:pt x="436728" y="48923"/>
                  <a:pt x="436728" y="109182"/>
                </a:cubicBezTo>
                <a:lnTo>
                  <a:pt x="436728" y="327546"/>
                </a:lnTo>
                <a:cubicBezTo>
                  <a:pt x="436728" y="387806"/>
                  <a:pt x="387806" y="436728"/>
                  <a:pt x="327546" y="436728"/>
                </a:cubicBezTo>
                <a:lnTo>
                  <a:pt x="109182" y="436728"/>
                </a:lnTo>
                <a:cubicBezTo>
                  <a:pt x="48923" y="436728"/>
                  <a:pt x="0" y="387806"/>
                  <a:pt x="0" y="327546"/>
                </a:cubicBezTo>
                <a:lnTo>
                  <a:pt x="0" y="109182"/>
                </a:lnTo>
                <a:cubicBezTo>
                  <a:pt x="0" y="48923"/>
                  <a:pt x="48923" y="0"/>
                  <a:pt x="109182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9" name="Shape 37"/>
          <p:cNvSpPr/>
          <p:nvPr/>
        </p:nvSpPr>
        <p:spPr>
          <a:xfrm>
            <a:off x="6518796" y="3621206"/>
            <a:ext cx="163773" cy="163773"/>
          </a:xfrm>
          <a:custGeom>
            <a:avLst/>
            <a:gdLst/>
            <a:ahLst/>
            <a:cxnLst/>
            <a:rect l="l" t="t" r="r" b="b"/>
            <a:pathLst>
              <a:path w="163773" h="163773">
                <a:moveTo>
                  <a:pt x="133066" y="66533"/>
                </a:moveTo>
                <a:cubicBezTo>
                  <a:pt x="133066" y="81215"/>
                  <a:pt x="128300" y="94777"/>
                  <a:pt x="120271" y="105781"/>
                </a:cubicBezTo>
                <a:lnTo>
                  <a:pt x="160766" y="146308"/>
                </a:lnTo>
                <a:cubicBezTo>
                  <a:pt x="164765" y="150307"/>
                  <a:pt x="164765" y="156800"/>
                  <a:pt x="160766" y="160798"/>
                </a:cubicBezTo>
                <a:cubicBezTo>
                  <a:pt x="156768" y="164797"/>
                  <a:pt x="150275" y="164797"/>
                  <a:pt x="146276" y="160798"/>
                </a:cubicBezTo>
                <a:lnTo>
                  <a:pt x="105781" y="120271"/>
                </a:lnTo>
                <a:cubicBezTo>
                  <a:pt x="94777" y="128300"/>
                  <a:pt x="81215" y="133066"/>
                  <a:pt x="66533" y="133066"/>
                </a:cubicBezTo>
                <a:cubicBezTo>
                  <a:pt x="29780" y="133066"/>
                  <a:pt x="0" y="103286"/>
                  <a:pt x="0" y="66533"/>
                </a:cubicBezTo>
                <a:cubicBezTo>
                  <a:pt x="0" y="29780"/>
                  <a:pt x="29780" y="0"/>
                  <a:pt x="66533" y="0"/>
                </a:cubicBezTo>
                <a:cubicBezTo>
                  <a:pt x="103286" y="0"/>
                  <a:pt x="133066" y="29780"/>
                  <a:pt x="133066" y="66533"/>
                </a:cubicBezTo>
                <a:close/>
                <a:moveTo>
                  <a:pt x="66533" y="112594"/>
                </a:moveTo>
                <a:cubicBezTo>
                  <a:pt x="91955" y="112594"/>
                  <a:pt x="112594" y="91955"/>
                  <a:pt x="112594" y="66533"/>
                </a:cubicBezTo>
                <a:cubicBezTo>
                  <a:pt x="112594" y="41111"/>
                  <a:pt x="91955" y="20472"/>
                  <a:pt x="66533" y="20472"/>
                </a:cubicBezTo>
                <a:cubicBezTo>
                  <a:pt x="41111" y="20472"/>
                  <a:pt x="20472" y="41111"/>
                  <a:pt x="20472" y="66533"/>
                </a:cubicBezTo>
                <a:cubicBezTo>
                  <a:pt x="20472" y="91955"/>
                  <a:pt x="41111" y="112594"/>
                  <a:pt x="66533" y="11259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962349" y="3466531"/>
            <a:ext cx="4385481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Analiz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962349" y="3721290"/>
            <a:ext cx="4376382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Nesne tespiti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1436255" y="3612107"/>
            <a:ext cx="181970" cy="181970"/>
          </a:xfrm>
          <a:custGeom>
            <a:avLst/>
            <a:gdLst/>
            <a:ahLst/>
            <a:cxnLst/>
            <a:rect l="l" t="t" r="r" b="b"/>
            <a:pathLst>
              <a:path w="181970" h="181970">
                <a:moveTo>
                  <a:pt x="178629" y="99017"/>
                </a:moveTo>
                <a:cubicBezTo>
                  <a:pt x="183072" y="94575"/>
                  <a:pt x="183072" y="87360"/>
                  <a:pt x="178629" y="82917"/>
                </a:cubicBezTo>
                <a:lnTo>
                  <a:pt x="121764" y="26052"/>
                </a:lnTo>
                <a:cubicBezTo>
                  <a:pt x="117321" y="21609"/>
                  <a:pt x="110106" y="21609"/>
                  <a:pt x="105664" y="26052"/>
                </a:cubicBezTo>
                <a:cubicBezTo>
                  <a:pt x="101221" y="30494"/>
                  <a:pt x="101221" y="37709"/>
                  <a:pt x="105664" y="42152"/>
                </a:cubicBezTo>
                <a:lnTo>
                  <a:pt x="143124" y="79612"/>
                </a:lnTo>
                <a:lnTo>
                  <a:pt x="11373" y="79612"/>
                </a:lnTo>
                <a:cubicBezTo>
                  <a:pt x="5082" y="79612"/>
                  <a:pt x="0" y="84694"/>
                  <a:pt x="0" y="90985"/>
                </a:cubicBezTo>
                <a:cubicBezTo>
                  <a:pt x="0" y="97276"/>
                  <a:pt x="5082" y="102358"/>
                  <a:pt x="11373" y="102358"/>
                </a:cubicBezTo>
                <a:lnTo>
                  <a:pt x="143124" y="102358"/>
                </a:lnTo>
                <a:lnTo>
                  <a:pt x="105664" y="139818"/>
                </a:lnTo>
                <a:cubicBezTo>
                  <a:pt x="101221" y="144261"/>
                  <a:pt x="101221" y="151476"/>
                  <a:pt x="105664" y="155919"/>
                </a:cubicBezTo>
                <a:cubicBezTo>
                  <a:pt x="110106" y="160361"/>
                  <a:pt x="117321" y="160361"/>
                  <a:pt x="121764" y="155919"/>
                </a:cubicBezTo>
                <a:lnTo>
                  <a:pt x="178629" y="9905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3" name="Shape 41"/>
          <p:cNvSpPr/>
          <p:nvPr/>
        </p:nvSpPr>
        <p:spPr>
          <a:xfrm>
            <a:off x="6380044" y="4212609"/>
            <a:ext cx="436728" cy="436728"/>
          </a:xfrm>
          <a:custGeom>
            <a:avLst/>
            <a:gdLst/>
            <a:ahLst/>
            <a:cxnLst/>
            <a:rect l="l" t="t" r="r" b="b"/>
            <a:pathLst>
              <a:path w="436728" h="436728">
                <a:moveTo>
                  <a:pt x="109182" y="0"/>
                </a:moveTo>
                <a:lnTo>
                  <a:pt x="327546" y="0"/>
                </a:lnTo>
                <a:cubicBezTo>
                  <a:pt x="387806" y="0"/>
                  <a:pt x="436728" y="48923"/>
                  <a:pt x="436728" y="109182"/>
                </a:cubicBezTo>
                <a:lnTo>
                  <a:pt x="436728" y="327546"/>
                </a:lnTo>
                <a:cubicBezTo>
                  <a:pt x="436728" y="387806"/>
                  <a:pt x="387806" y="436728"/>
                  <a:pt x="327546" y="436728"/>
                </a:cubicBezTo>
                <a:lnTo>
                  <a:pt x="109182" y="436728"/>
                </a:lnTo>
                <a:cubicBezTo>
                  <a:pt x="48923" y="436728"/>
                  <a:pt x="0" y="387806"/>
                  <a:pt x="0" y="327546"/>
                </a:cubicBezTo>
                <a:lnTo>
                  <a:pt x="0" y="109182"/>
                </a:lnTo>
                <a:cubicBezTo>
                  <a:pt x="0" y="48923"/>
                  <a:pt x="48923" y="0"/>
                  <a:pt x="109182" y="0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44" name="Shape 42"/>
          <p:cNvSpPr/>
          <p:nvPr/>
        </p:nvSpPr>
        <p:spPr>
          <a:xfrm>
            <a:off x="6529032" y="4349087"/>
            <a:ext cx="143301" cy="163773"/>
          </a:xfrm>
          <a:custGeom>
            <a:avLst/>
            <a:gdLst/>
            <a:ahLst/>
            <a:cxnLst/>
            <a:rect l="l" t="t" r="r" b="b"/>
            <a:pathLst>
              <a:path w="143301" h="163773">
                <a:moveTo>
                  <a:pt x="71651" y="0"/>
                </a:moveTo>
                <a:cubicBezTo>
                  <a:pt x="65989" y="0"/>
                  <a:pt x="61415" y="4574"/>
                  <a:pt x="61415" y="10236"/>
                </a:cubicBezTo>
                <a:lnTo>
                  <a:pt x="61415" y="11259"/>
                </a:lnTo>
                <a:cubicBezTo>
                  <a:pt x="38064" y="15993"/>
                  <a:pt x="20472" y="36657"/>
                  <a:pt x="20472" y="61415"/>
                </a:cubicBezTo>
                <a:lnTo>
                  <a:pt x="20472" y="68356"/>
                </a:lnTo>
                <a:cubicBezTo>
                  <a:pt x="20472" y="83742"/>
                  <a:pt x="15226" y="98680"/>
                  <a:pt x="5630" y="110707"/>
                </a:cubicBezTo>
                <a:lnTo>
                  <a:pt x="2495" y="114609"/>
                </a:lnTo>
                <a:cubicBezTo>
                  <a:pt x="864" y="116624"/>
                  <a:pt x="0" y="119119"/>
                  <a:pt x="0" y="121710"/>
                </a:cubicBezTo>
                <a:cubicBezTo>
                  <a:pt x="0" y="127980"/>
                  <a:pt x="5086" y="133066"/>
                  <a:pt x="11355" y="133066"/>
                </a:cubicBezTo>
                <a:lnTo>
                  <a:pt x="131914" y="133066"/>
                </a:lnTo>
                <a:cubicBezTo>
                  <a:pt x="138184" y="133066"/>
                  <a:pt x="143270" y="127980"/>
                  <a:pt x="143270" y="121710"/>
                </a:cubicBezTo>
                <a:cubicBezTo>
                  <a:pt x="143270" y="119119"/>
                  <a:pt x="142406" y="116624"/>
                  <a:pt x="140775" y="114609"/>
                </a:cubicBezTo>
                <a:lnTo>
                  <a:pt x="137640" y="110707"/>
                </a:lnTo>
                <a:cubicBezTo>
                  <a:pt x="128076" y="98680"/>
                  <a:pt x="122830" y="83742"/>
                  <a:pt x="122830" y="68356"/>
                </a:cubicBezTo>
                <a:lnTo>
                  <a:pt x="122830" y="61415"/>
                </a:lnTo>
                <a:cubicBezTo>
                  <a:pt x="122830" y="36657"/>
                  <a:pt x="105237" y="15993"/>
                  <a:pt x="81887" y="11259"/>
                </a:cubicBezTo>
                <a:lnTo>
                  <a:pt x="81887" y="10236"/>
                </a:lnTo>
                <a:cubicBezTo>
                  <a:pt x="81887" y="4574"/>
                  <a:pt x="77312" y="0"/>
                  <a:pt x="71651" y="0"/>
                </a:cubicBezTo>
                <a:close/>
                <a:moveTo>
                  <a:pt x="51819" y="148419"/>
                </a:moveTo>
                <a:cubicBezTo>
                  <a:pt x="54090" y="157248"/>
                  <a:pt x="62119" y="163773"/>
                  <a:pt x="71651" y="163773"/>
                </a:cubicBezTo>
                <a:cubicBezTo>
                  <a:pt x="81183" y="163773"/>
                  <a:pt x="89212" y="157248"/>
                  <a:pt x="91483" y="148419"/>
                </a:cubicBezTo>
                <a:lnTo>
                  <a:pt x="51819" y="14841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6962349" y="4194412"/>
            <a:ext cx="4385481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Uyarı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962349" y="4449170"/>
            <a:ext cx="4376382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Anlık bildirim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1436255" y="4339988"/>
            <a:ext cx="181970" cy="181970"/>
          </a:xfrm>
          <a:custGeom>
            <a:avLst/>
            <a:gdLst/>
            <a:ahLst/>
            <a:cxnLst/>
            <a:rect l="l" t="t" r="r" b="b"/>
            <a:pathLst>
              <a:path w="181970" h="181970">
                <a:moveTo>
                  <a:pt x="178629" y="99017"/>
                </a:moveTo>
                <a:cubicBezTo>
                  <a:pt x="183072" y="94575"/>
                  <a:pt x="183072" y="87360"/>
                  <a:pt x="178629" y="82917"/>
                </a:cubicBezTo>
                <a:lnTo>
                  <a:pt x="121764" y="26052"/>
                </a:lnTo>
                <a:cubicBezTo>
                  <a:pt x="117321" y="21609"/>
                  <a:pt x="110106" y="21609"/>
                  <a:pt x="105664" y="26052"/>
                </a:cubicBezTo>
                <a:cubicBezTo>
                  <a:pt x="101221" y="30494"/>
                  <a:pt x="101221" y="37709"/>
                  <a:pt x="105664" y="42152"/>
                </a:cubicBezTo>
                <a:lnTo>
                  <a:pt x="143124" y="79612"/>
                </a:lnTo>
                <a:lnTo>
                  <a:pt x="11373" y="79612"/>
                </a:lnTo>
                <a:cubicBezTo>
                  <a:pt x="5082" y="79612"/>
                  <a:pt x="0" y="84694"/>
                  <a:pt x="0" y="90985"/>
                </a:cubicBezTo>
                <a:cubicBezTo>
                  <a:pt x="0" y="97276"/>
                  <a:pt x="5082" y="102358"/>
                  <a:pt x="11373" y="102358"/>
                </a:cubicBezTo>
                <a:lnTo>
                  <a:pt x="143124" y="102358"/>
                </a:lnTo>
                <a:lnTo>
                  <a:pt x="105664" y="139818"/>
                </a:lnTo>
                <a:cubicBezTo>
                  <a:pt x="101221" y="144261"/>
                  <a:pt x="101221" y="151476"/>
                  <a:pt x="105664" y="155919"/>
                </a:cubicBezTo>
                <a:cubicBezTo>
                  <a:pt x="110106" y="160361"/>
                  <a:pt x="117321" y="160361"/>
                  <a:pt x="121764" y="155919"/>
                </a:cubicBezTo>
                <a:lnTo>
                  <a:pt x="178629" y="99053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48" name="Shape 46"/>
          <p:cNvSpPr/>
          <p:nvPr/>
        </p:nvSpPr>
        <p:spPr>
          <a:xfrm>
            <a:off x="6380044" y="4940490"/>
            <a:ext cx="436728" cy="436728"/>
          </a:xfrm>
          <a:custGeom>
            <a:avLst/>
            <a:gdLst/>
            <a:ahLst/>
            <a:cxnLst/>
            <a:rect l="l" t="t" r="r" b="b"/>
            <a:pathLst>
              <a:path w="436728" h="436728">
                <a:moveTo>
                  <a:pt x="109182" y="0"/>
                </a:moveTo>
                <a:lnTo>
                  <a:pt x="327546" y="0"/>
                </a:lnTo>
                <a:cubicBezTo>
                  <a:pt x="387806" y="0"/>
                  <a:pt x="436728" y="48923"/>
                  <a:pt x="436728" y="109182"/>
                </a:cubicBezTo>
                <a:lnTo>
                  <a:pt x="436728" y="327546"/>
                </a:lnTo>
                <a:cubicBezTo>
                  <a:pt x="436728" y="387806"/>
                  <a:pt x="387806" y="436728"/>
                  <a:pt x="327546" y="436728"/>
                </a:cubicBezTo>
                <a:lnTo>
                  <a:pt x="109182" y="436728"/>
                </a:lnTo>
                <a:cubicBezTo>
                  <a:pt x="48923" y="436728"/>
                  <a:pt x="0" y="387806"/>
                  <a:pt x="0" y="327546"/>
                </a:cubicBezTo>
                <a:lnTo>
                  <a:pt x="0" y="109182"/>
                </a:lnTo>
                <a:cubicBezTo>
                  <a:pt x="0" y="48923"/>
                  <a:pt x="48923" y="0"/>
                  <a:pt x="109182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9" name="Shape 47"/>
          <p:cNvSpPr/>
          <p:nvPr/>
        </p:nvSpPr>
        <p:spPr>
          <a:xfrm>
            <a:off x="6518796" y="5076967"/>
            <a:ext cx="163773" cy="163773"/>
          </a:xfrm>
          <a:custGeom>
            <a:avLst/>
            <a:gdLst/>
            <a:ahLst/>
            <a:cxnLst/>
            <a:rect l="l" t="t" r="r" b="b"/>
            <a:pathLst>
              <a:path w="163773" h="163773">
                <a:moveTo>
                  <a:pt x="10236" y="10236"/>
                </a:moveTo>
                <a:cubicBezTo>
                  <a:pt x="15898" y="10236"/>
                  <a:pt x="20472" y="14810"/>
                  <a:pt x="20472" y="20472"/>
                </a:cubicBezTo>
                <a:lnTo>
                  <a:pt x="20472" y="127948"/>
                </a:lnTo>
                <a:cubicBezTo>
                  <a:pt x="20472" y="130763"/>
                  <a:pt x="22775" y="133066"/>
                  <a:pt x="25590" y="133066"/>
                </a:cubicBezTo>
                <a:lnTo>
                  <a:pt x="153537" y="133066"/>
                </a:lnTo>
                <a:cubicBezTo>
                  <a:pt x="159199" y="133066"/>
                  <a:pt x="163773" y="137640"/>
                  <a:pt x="163773" y="143301"/>
                </a:cubicBezTo>
                <a:cubicBezTo>
                  <a:pt x="163773" y="148963"/>
                  <a:pt x="159199" y="153537"/>
                  <a:pt x="153537" y="153537"/>
                </a:cubicBezTo>
                <a:lnTo>
                  <a:pt x="25590" y="153537"/>
                </a:lnTo>
                <a:cubicBezTo>
                  <a:pt x="11451" y="153537"/>
                  <a:pt x="0" y="142086"/>
                  <a:pt x="0" y="127948"/>
                </a:cubicBezTo>
                <a:lnTo>
                  <a:pt x="0" y="20472"/>
                </a:lnTo>
                <a:cubicBezTo>
                  <a:pt x="0" y="14810"/>
                  <a:pt x="4574" y="10236"/>
                  <a:pt x="10236" y="10236"/>
                </a:cubicBezTo>
                <a:close/>
                <a:moveTo>
                  <a:pt x="40943" y="30707"/>
                </a:moveTo>
                <a:cubicBezTo>
                  <a:pt x="40943" y="25046"/>
                  <a:pt x="45517" y="20472"/>
                  <a:pt x="51179" y="20472"/>
                </a:cubicBezTo>
                <a:lnTo>
                  <a:pt x="112594" y="20472"/>
                </a:lnTo>
                <a:cubicBezTo>
                  <a:pt x="118256" y="20472"/>
                  <a:pt x="122830" y="25046"/>
                  <a:pt x="122830" y="30707"/>
                </a:cubicBezTo>
                <a:cubicBezTo>
                  <a:pt x="122830" y="36369"/>
                  <a:pt x="118256" y="40943"/>
                  <a:pt x="112594" y="40943"/>
                </a:cubicBezTo>
                <a:lnTo>
                  <a:pt x="51179" y="40943"/>
                </a:lnTo>
                <a:cubicBezTo>
                  <a:pt x="45517" y="40943"/>
                  <a:pt x="40943" y="36369"/>
                  <a:pt x="40943" y="30707"/>
                </a:cubicBezTo>
                <a:close/>
                <a:moveTo>
                  <a:pt x="51179" y="56297"/>
                </a:moveTo>
                <a:lnTo>
                  <a:pt x="92122" y="56297"/>
                </a:lnTo>
                <a:cubicBezTo>
                  <a:pt x="97784" y="56297"/>
                  <a:pt x="102358" y="60871"/>
                  <a:pt x="102358" y="66533"/>
                </a:cubicBezTo>
                <a:cubicBezTo>
                  <a:pt x="102358" y="72195"/>
                  <a:pt x="97784" y="76769"/>
                  <a:pt x="92122" y="76769"/>
                </a:cubicBezTo>
                <a:lnTo>
                  <a:pt x="51179" y="76769"/>
                </a:lnTo>
                <a:cubicBezTo>
                  <a:pt x="45517" y="76769"/>
                  <a:pt x="40943" y="72195"/>
                  <a:pt x="40943" y="66533"/>
                </a:cubicBezTo>
                <a:cubicBezTo>
                  <a:pt x="40943" y="60871"/>
                  <a:pt x="45517" y="56297"/>
                  <a:pt x="51179" y="56297"/>
                </a:cubicBezTo>
                <a:close/>
                <a:moveTo>
                  <a:pt x="51179" y="92122"/>
                </a:moveTo>
                <a:lnTo>
                  <a:pt x="133066" y="92122"/>
                </a:lnTo>
                <a:cubicBezTo>
                  <a:pt x="138727" y="92122"/>
                  <a:pt x="143301" y="96697"/>
                  <a:pt x="143301" y="102358"/>
                </a:cubicBezTo>
                <a:cubicBezTo>
                  <a:pt x="143301" y="108020"/>
                  <a:pt x="138727" y="112594"/>
                  <a:pt x="133066" y="112594"/>
                </a:cubicBezTo>
                <a:lnTo>
                  <a:pt x="51179" y="112594"/>
                </a:lnTo>
                <a:cubicBezTo>
                  <a:pt x="45517" y="112594"/>
                  <a:pt x="40943" y="108020"/>
                  <a:pt x="40943" y="102358"/>
                </a:cubicBezTo>
                <a:cubicBezTo>
                  <a:pt x="40943" y="96697"/>
                  <a:pt x="45517" y="92122"/>
                  <a:pt x="51179" y="9212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6962349" y="4922293"/>
            <a:ext cx="4758519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Raporlama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962349" y="5177051"/>
            <a:ext cx="4749421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Veri kaydı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193525" y="5809397"/>
            <a:ext cx="1801504" cy="809767"/>
          </a:xfrm>
          <a:custGeom>
            <a:avLst/>
            <a:gdLst/>
            <a:ahLst/>
            <a:cxnLst/>
            <a:rect l="l" t="t" r="r" b="b"/>
            <a:pathLst>
              <a:path w="1801504" h="809767">
                <a:moveTo>
                  <a:pt x="72790" y="0"/>
                </a:moveTo>
                <a:lnTo>
                  <a:pt x="1728715" y="0"/>
                </a:lnTo>
                <a:cubicBezTo>
                  <a:pt x="1768915" y="0"/>
                  <a:pt x="1801504" y="32589"/>
                  <a:pt x="1801504" y="72790"/>
                </a:cubicBezTo>
                <a:lnTo>
                  <a:pt x="1801504" y="736977"/>
                </a:lnTo>
                <a:cubicBezTo>
                  <a:pt x="1801504" y="777178"/>
                  <a:pt x="1768915" y="809767"/>
                  <a:pt x="1728715" y="809767"/>
                </a:cubicBezTo>
                <a:lnTo>
                  <a:pt x="72790" y="809767"/>
                </a:lnTo>
                <a:cubicBezTo>
                  <a:pt x="32589" y="809767"/>
                  <a:pt x="0" y="777178"/>
                  <a:pt x="0" y="736977"/>
                </a:cubicBezTo>
                <a:lnTo>
                  <a:pt x="0" y="72790"/>
                </a:lnTo>
                <a:cubicBezTo>
                  <a:pt x="0" y="32616"/>
                  <a:pt x="32616" y="0"/>
                  <a:pt x="7279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39017" y="5923128"/>
            <a:ext cx="1710519" cy="327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49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30+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270862" y="6287069"/>
            <a:ext cx="1646830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FPS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110893" y="5809397"/>
            <a:ext cx="1801504" cy="809767"/>
          </a:xfrm>
          <a:custGeom>
            <a:avLst/>
            <a:gdLst/>
            <a:ahLst/>
            <a:cxnLst/>
            <a:rect l="l" t="t" r="r" b="b"/>
            <a:pathLst>
              <a:path w="1801504" h="809767">
                <a:moveTo>
                  <a:pt x="72790" y="0"/>
                </a:moveTo>
                <a:lnTo>
                  <a:pt x="1728715" y="0"/>
                </a:lnTo>
                <a:cubicBezTo>
                  <a:pt x="1768915" y="0"/>
                  <a:pt x="1801504" y="32589"/>
                  <a:pt x="1801504" y="72790"/>
                </a:cubicBezTo>
                <a:lnTo>
                  <a:pt x="1801504" y="736977"/>
                </a:lnTo>
                <a:cubicBezTo>
                  <a:pt x="1801504" y="777178"/>
                  <a:pt x="1768915" y="809767"/>
                  <a:pt x="1728715" y="809767"/>
                </a:cubicBezTo>
                <a:lnTo>
                  <a:pt x="72790" y="809767"/>
                </a:lnTo>
                <a:cubicBezTo>
                  <a:pt x="32589" y="809767"/>
                  <a:pt x="0" y="777178"/>
                  <a:pt x="0" y="736977"/>
                </a:cubicBezTo>
                <a:lnTo>
                  <a:pt x="0" y="72790"/>
                </a:lnTo>
                <a:cubicBezTo>
                  <a:pt x="0" y="32616"/>
                  <a:pt x="32616" y="0"/>
                  <a:pt x="7279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156385" y="5923128"/>
            <a:ext cx="1710519" cy="327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49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&lt;100ms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188230" y="6287069"/>
            <a:ext cx="1646830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Gecikme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0028261" y="5809397"/>
            <a:ext cx="1801504" cy="809767"/>
          </a:xfrm>
          <a:custGeom>
            <a:avLst/>
            <a:gdLst/>
            <a:ahLst/>
            <a:cxnLst/>
            <a:rect l="l" t="t" r="r" b="b"/>
            <a:pathLst>
              <a:path w="1801504" h="809767">
                <a:moveTo>
                  <a:pt x="72790" y="0"/>
                </a:moveTo>
                <a:lnTo>
                  <a:pt x="1728715" y="0"/>
                </a:lnTo>
                <a:cubicBezTo>
                  <a:pt x="1768915" y="0"/>
                  <a:pt x="1801504" y="32589"/>
                  <a:pt x="1801504" y="72790"/>
                </a:cubicBezTo>
                <a:lnTo>
                  <a:pt x="1801504" y="736977"/>
                </a:lnTo>
                <a:cubicBezTo>
                  <a:pt x="1801504" y="777178"/>
                  <a:pt x="1768915" y="809767"/>
                  <a:pt x="1728715" y="809767"/>
                </a:cubicBezTo>
                <a:lnTo>
                  <a:pt x="72790" y="809767"/>
                </a:lnTo>
                <a:cubicBezTo>
                  <a:pt x="32589" y="809767"/>
                  <a:pt x="0" y="777178"/>
                  <a:pt x="0" y="736977"/>
                </a:cubicBezTo>
                <a:lnTo>
                  <a:pt x="0" y="72790"/>
                </a:lnTo>
                <a:cubicBezTo>
                  <a:pt x="0" y="32616"/>
                  <a:pt x="32616" y="0"/>
                  <a:pt x="7279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073754" y="5923128"/>
            <a:ext cx="1710519" cy="327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49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99.9%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0105599" y="6287069"/>
            <a:ext cx="1646830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Çalışma Süresi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6366F1">
                  <a:alpha val="3000"/>
                </a:srgbClr>
              </a:gs>
              <a:gs pos="20000">
                <a:srgbClr val="6366F1">
                  <a:alpha val="3000"/>
                </a:srgbClr>
              </a:gs>
              <a:gs pos="33333.333333333336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FEATURE 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KKD (Kişisel Koruyucu Donanım) Kontrolü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19050" y="0"/>
                </a:moveTo>
                <a:lnTo>
                  <a:pt x="895350" y="0"/>
                </a:lnTo>
                <a:cubicBezTo>
                  <a:pt x="905864" y="0"/>
                  <a:pt x="914400" y="8536"/>
                  <a:pt x="914400" y="19050"/>
                </a:cubicBezTo>
                <a:lnTo>
                  <a:pt x="914400" y="19050"/>
                </a:lnTo>
                <a:cubicBezTo>
                  <a:pt x="914400" y="29564"/>
                  <a:pt x="905864" y="38100"/>
                  <a:pt x="8953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/>
              </a:gs>
              <a:gs pos="100000">
                <a:srgbClr val="22D3EE"/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85763" y="1376363"/>
            <a:ext cx="6791325" cy="1666875"/>
          </a:xfrm>
          <a:custGeom>
            <a:avLst/>
            <a:gdLst/>
            <a:ahLst/>
            <a:cxnLst/>
            <a:rect l="l" t="t" r="r" b="b"/>
            <a:pathLst>
              <a:path w="6791325" h="1666875">
                <a:moveTo>
                  <a:pt x="114298" y="0"/>
                </a:moveTo>
                <a:lnTo>
                  <a:pt x="6677027" y="0"/>
                </a:lnTo>
                <a:cubicBezTo>
                  <a:pt x="6740152" y="0"/>
                  <a:pt x="6791325" y="51173"/>
                  <a:pt x="6791325" y="114298"/>
                </a:cubicBezTo>
                <a:lnTo>
                  <a:pt x="6791325" y="1552577"/>
                </a:lnTo>
                <a:cubicBezTo>
                  <a:pt x="6791325" y="1615702"/>
                  <a:pt x="6740152" y="1666875"/>
                  <a:pt x="6677027" y="1666875"/>
                </a:cubicBezTo>
                <a:lnTo>
                  <a:pt x="114298" y="1666875"/>
                </a:lnTo>
                <a:cubicBezTo>
                  <a:pt x="51173" y="1666875"/>
                  <a:pt x="0" y="1615702"/>
                  <a:pt x="0" y="1552577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6022" y="158115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17872" y="88404"/>
                </a:moveTo>
                <a:lnTo>
                  <a:pt x="117872" y="21431"/>
                </a:lnTo>
                <a:cubicBezTo>
                  <a:pt x="117872" y="15504"/>
                  <a:pt x="113083" y="10716"/>
                  <a:pt x="107156" y="10716"/>
                </a:cubicBezTo>
                <a:lnTo>
                  <a:pt x="85725" y="10716"/>
                </a:lnTo>
                <a:cubicBezTo>
                  <a:pt x="79798" y="10716"/>
                  <a:pt x="75009" y="15504"/>
                  <a:pt x="75009" y="21431"/>
                </a:cubicBezTo>
                <a:lnTo>
                  <a:pt x="75009" y="88404"/>
                </a:lnTo>
                <a:cubicBezTo>
                  <a:pt x="75009" y="92858"/>
                  <a:pt x="71426" y="96441"/>
                  <a:pt x="66973" y="96441"/>
                </a:cubicBezTo>
                <a:cubicBezTo>
                  <a:pt x="62519" y="96441"/>
                  <a:pt x="58936" y="92858"/>
                  <a:pt x="58936" y="88404"/>
                </a:cubicBezTo>
                <a:lnTo>
                  <a:pt x="58936" y="26153"/>
                </a:lnTo>
                <a:cubicBezTo>
                  <a:pt x="30138" y="36768"/>
                  <a:pt x="10716" y="64227"/>
                  <a:pt x="10716" y="96441"/>
                </a:cubicBezTo>
                <a:lnTo>
                  <a:pt x="10716" y="117872"/>
                </a:lnTo>
                <a:lnTo>
                  <a:pt x="182166" y="117872"/>
                </a:lnTo>
                <a:lnTo>
                  <a:pt x="182166" y="96441"/>
                </a:lnTo>
                <a:cubicBezTo>
                  <a:pt x="181831" y="64562"/>
                  <a:pt x="162610" y="36935"/>
                  <a:pt x="133945" y="26186"/>
                </a:cubicBezTo>
                <a:lnTo>
                  <a:pt x="133945" y="88404"/>
                </a:lnTo>
                <a:cubicBezTo>
                  <a:pt x="133945" y="92858"/>
                  <a:pt x="130362" y="96441"/>
                  <a:pt x="125909" y="96441"/>
                </a:cubicBezTo>
                <a:cubicBezTo>
                  <a:pt x="121455" y="96441"/>
                  <a:pt x="117872" y="92858"/>
                  <a:pt x="117872" y="88404"/>
                </a:cubicBezTo>
                <a:close/>
                <a:moveTo>
                  <a:pt x="13395" y="133945"/>
                </a:moveTo>
                <a:cubicBezTo>
                  <a:pt x="5994" y="133945"/>
                  <a:pt x="0" y="139939"/>
                  <a:pt x="0" y="147340"/>
                </a:cubicBezTo>
                <a:cubicBezTo>
                  <a:pt x="0" y="154740"/>
                  <a:pt x="5994" y="160734"/>
                  <a:pt x="13395" y="160734"/>
                </a:cubicBezTo>
                <a:lnTo>
                  <a:pt x="179487" y="160734"/>
                </a:lnTo>
                <a:cubicBezTo>
                  <a:pt x="186887" y="160734"/>
                  <a:pt x="192881" y="154740"/>
                  <a:pt x="192881" y="147340"/>
                </a:cubicBezTo>
                <a:cubicBezTo>
                  <a:pt x="192881" y="139939"/>
                  <a:pt x="186887" y="133945"/>
                  <a:pt x="179487" y="133945"/>
                </a:cubicBezTo>
                <a:lnTo>
                  <a:pt x="13395" y="133945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33525"/>
            <a:ext cx="6343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Tespit Edilen KKD Öğeleri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7688" y="1919288"/>
            <a:ext cx="1228725" cy="962025"/>
          </a:xfrm>
          <a:custGeom>
            <a:avLst/>
            <a:gdLst/>
            <a:ahLst/>
            <a:cxnLst/>
            <a:rect l="l" t="t" r="r" b="b"/>
            <a:pathLst>
              <a:path w="1228725" h="962025">
                <a:moveTo>
                  <a:pt x="76202" y="0"/>
                </a:moveTo>
                <a:lnTo>
                  <a:pt x="1152523" y="0"/>
                </a:lnTo>
                <a:cubicBezTo>
                  <a:pt x="1194580" y="0"/>
                  <a:pt x="1228725" y="34145"/>
                  <a:pt x="1228725" y="76202"/>
                </a:cubicBezTo>
                <a:lnTo>
                  <a:pt x="1228725" y="885823"/>
                </a:lnTo>
                <a:cubicBezTo>
                  <a:pt x="1228725" y="927880"/>
                  <a:pt x="1194580" y="962025"/>
                  <a:pt x="1152523" y="962025"/>
                </a:cubicBezTo>
                <a:lnTo>
                  <a:pt x="76202" y="962025"/>
                </a:lnTo>
                <a:cubicBezTo>
                  <a:pt x="34145" y="962025"/>
                  <a:pt x="0" y="927880"/>
                  <a:pt x="0" y="8858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1081" y="20383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57163" y="117872"/>
                </a:moveTo>
                <a:lnTo>
                  <a:pt x="157163" y="28575"/>
                </a:lnTo>
                <a:cubicBezTo>
                  <a:pt x="157163" y="20672"/>
                  <a:pt x="150778" y="14288"/>
                  <a:pt x="142875" y="14288"/>
                </a:cubicBezTo>
                <a:lnTo>
                  <a:pt x="114300" y="14288"/>
                </a:lnTo>
                <a:cubicBezTo>
                  <a:pt x="106397" y="14288"/>
                  <a:pt x="100013" y="20672"/>
                  <a:pt x="100013" y="28575"/>
                </a:cubicBezTo>
                <a:lnTo>
                  <a:pt x="100013" y="117872"/>
                </a:lnTo>
                <a:cubicBezTo>
                  <a:pt x="100013" y="123810"/>
                  <a:pt x="95235" y="128588"/>
                  <a:pt x="89297" y="128588"/>
                </a:cubicBezTo>
                <a:cubicBezTo>
                  <a:pt x="83359" y="128588"/>
                  <a:pt x="78581" y="123810"/>
                  <a:pt x="78581" y="117872"/>
                </a:cubicBezTo>
                <a:lnTo>
                  <a:pt x="78581" y="34870"/>
                </a:lnTo>
                <a:cubicBezTo>
                  <a:pt x="40184" y="49024"/>
                  <a:pt x="14288" y="85636"/>
                  <a:pt x="14288" y="128588"/>
                </a:cubicBezTo>
                <a:lnTo>
                  <a:pt x="14288" y="157163"/>
                </a:lnTo>
                <a:lnTo>
                  <a:pt x="242888" y="157163"/>
                </a:lnTo>
                <a:lnTo>
                  <a:pt x="242888" y="128588"/>
                </a:lnTo>
                <a:cubicBezTo>
                  <a:pt x="242441" y="86082"/>
                  <a:pt x="216813" y="49247"/>
                  <a:pt x="178594" y="34915"/>
                </a:cubicBezTo>
                <a:lnTo>
                  <a:pt x="178594" y="117872"/>
                </a:lnTo>
                <a:cubicBezTo>
                  <a:pt x="178594" y="123810"/>
                  <a:pt x="173816" y="128588"/>
                  <a:pt x="167878" y="128588"/>
                </a:cubicBezTo>
                <a:cubicBezTo>
                  <a:pt x="161940" y="128588"/>
                  <a:pt x="157163" y="123810"/>
                  <a:pt x="157163" y="117872"/>
                </a:cubicBezTo>
                <a:close/>
                <a:moveTo>
                  <a:pt x="17859" y="178594"/>
                </a:moveTo>
                <a:cubicBezTo>
                  <a:pt x="7992" y="178594"/>
                  <a:pt x="0" y="186586"/>
                  <a:pt x="0" y="196453"/>
                </a:cubicBezTo>
                <a:cubicBezTo>
                  <a:pt x="0" y="206320"/>
                  <a:pt x="7992" y="214313"/>
                  <a:pt x="17859" y="214313"/>
                </a:cubicBezTo>
                <a:lnTo>
                  <a:pt x="239316" y="214313"/>
                </a:lnTo>
                <a:cubicBezTo>
                  <a:pt x="249183" y="214313"/>
                  <a:pt x="257175" y="206320"/>
                  <a:pt x="257175" y="196453"/>
                </a:cubicBezTo>
                <a:cubicBezTo>
                  <a:pt x="257175" y="186586"/>
                  <a:pt x="249183" y="178594"/>
                  <a:pt x="239316" y="178594"/>
                </a:cubicBezTo>
                <a:lnTo>
                  <a:pt x="17859" y="178594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628650" y="234315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Baret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3413" y="2571750"/>
            <a:ext cx="105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Hardhat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857524" y="1919288"/>
            <a:ext cx="1228725" cy="962025"/>
          </a:xfrm>
          <a:custGeom>
            <a:avLst/>
            <a:gdLst/>
            <a:ahLst/>
            <a:cxnLst/>
            <a:rect l="l" t="t" r="r" b="b"/>
            <a:pathLst>
              <a:path w="1228725" h="962025">
                <a:moveTo>
                  <a:pt x="76202" y="0"/>
                </a:moveTo>
                <a:lnTo>
                  <a:pt x="1152523" y="0"/>
                </a:lnTo>
                <a:cubicBezTo>
                  <a:pt x="1194580" y="0"/>
                  <a:pt x="1228725" y="34145"/>
                  <a:pt x="1228725" y="76202"/>
                </a:cubicBezTo>
                <a:lnTo>
                  <a:pt x="1228725" y="885823"/>
                </a:lnTo>
                <a:cubicBezTo>
                  <a:pt x="1228725" y="927880"/>
                  <a:pt x="1194580" y="962025"/>
                  <a:pt x="1152523" y="962025"/>
                </a:cubicBezTo>
                <a:lnTo>
                  <a:pt x="76202" y="962025"/>
                </a:lnTo>
                <a:cubicBezTo>
                  <a:pt x="34145" y="962025"/>
                  <a:pt x="0" y="927880"/>
                  <a:pt x="0" y="8858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40918" y="20383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63981" y="42863"/>
                </a:moveTo>
                <a:cubicBezTo>
                  <a:pt x="57730" y="42863"/>
                  <a:pt x="52149" y="46970"/>
                  <a:pt x="50319" y="52953"/>
                </a:cubicBezTo>
                <a:lnTo>
                  <a:pt x="31433" y="114300"/>
                </a:lnTo>
                <a:lnTo>
                  <a:pt x="100013" y="114300"/>
                </a:lnTo>
                <a:cubicBezTo>
                  <a:pt x="107915" y="114300"/>
                  <a:pt x="114300" y="120685"/>
                  <a:pt x="114300" y="128588"/>
                </a:cubicBezTo>
                <a:lnTo>
                  <a:pt x="142875" y="128588"/>
                </a:lnTo>
                <a:cubicBezTo>
                  <a:pt x="142875" y="120685"/>
                  <a:pt x="149260" y="114300"/>
                  <a:pt x="157163" y="114300"/>
                </a:cubicBezTo>
                <a:lnTo>
                  <a:pt x="225743" y="114300"/>
                </a:lnTo>
                <a:lnTo>
                  <a:pt x="206856" y="52953"/>
                </a:lnTo>
                <a:cubicBezTo>
                  <a:pt x="205026" y="46970"/>
                  <a:pt x="199489" y="42863"/>
                  <a:pt x="193194" y="42863"/>
                </a:cubicBezTo>
                <a:lnTo>
                  <a:pt x="178594" y="42863"/>
                </a:lnTo>
                <a:cubicBezTo>
                  <a:pt x="170691" y="42863"/>
                  <a:pt x="164306" y="36478"/>
                  <a:pt x="164306" y="28575"/>
                </a:cubicBezTo>
                <a:cubicBezTo>
                  <a:pt x="164306" y="20672"/>
                  <a:pt x="170691" y="14288"/>
                  <a:pt x="178594" y="14288"/>
                </a:cubicBezTo>
                <a:lnTo>
                  <a:pt x="193194" y="14288"/>
                </a:lnTo>
                <a:cubicBezTo>
                  <a:pt x="211991" y="14288"/>
                  <a:pt x="228645" y="26566"/>
                  <a:pt x="234181" y="44559"/>
                </a:cubicBezTo>
                <a:lnTo>
                  <a:pt x="254451" y="110416"/>
                </a:lnTo>
                <a:cubicBezTo>
                  <a:pt x="256282" y="116309"/>
                  <a:pt x="257175" y="122426"/>
                  <a:pt x="257175" y="128588"/>
                </a:cubicBezTo>
                <a:lnTo>
                  <a:pt x="257175" y="171450"/>
                </a:lnTo>
                <a:cubicBezTo>
                  <a:pt x="257175" y="195114"/>
                  <a:pt x="237976" y="214313"/>
                  <a:pt x="214313" y="214313"/>
                </a:cubicBezTo>
                <a:lnTo>
                  <a:pt x="185738" y="214313"/>
                </a:lnTo>
                <a:cubicBezTo>
                  <a:pt x="162074" y="214313"/>
                  <a:pt x="142875" y="195114"/>
                  <a:pt x="142875" y="171450"/>
                </a:cubicBezTo>
                <a:lnTo>
                  <a:pt x="142875" y="157163"/>
                </a:lnTo>
                <a:lnTo>
                  <a:pt x="114300" y="157163"/>
                </a:lnTo>
                <a:lnTo>
                  <a:pt x="114300" y="171450"/>
                </a:lnTo>
                <a:cubicBezTo>
                  <a:pt x="114300" y="195114"/>
                  <a:pt x="95101" y="214313"/>
                  <a:pt x="71438" y="214313"/>
                </a:cubicBezTo>
                <a:lnTo>
                  <a:pt x="42863" y="214313"/>
                </a:lnTo>
                <a:cubicBezTo>
                  <a:pt x="19199" y="214313"/>
                  <a:pt x="0" y="195114"/>
                  <a:pt x="0" y="171450"/>
                </a:cubicBezTo>
                <a:lnTo>
                  <a:pt x="0" y="128588"/>
                </a:lnTo>
                <a:cubicBezTo>
                  <a:pt x="0" y="122426"/>
                  <a:pt x="938" y="116309"/>
                  <a:pt x="2724" y="110416"/>
                </a:cubicBezTo>
                <a:lnTo>
                  <a:pt x="22994" y="44559"/>
                </a:lnTo>
                <a:cubicBezTo>
                  <a:pt x="28530" y="26566"/>
                  <a:pt x="45140" y="14288"/>
                  <a:pt x="63981" y="14288"/>
                </a:cubicBezTo>
                <a:lnTo>
                  <a:pt x="78581" y="14288"/>
                </a:lnTo>
                <a:cubicBezTo>
                  <a:pt x="86484" y="14288"/>
                  <a:pt x="92869" y="20672"/>
                  <a:pt x="92869" y="28575"/>
                </a:cubicBezTo>
                <a:cubicBezTo>
                  <a:pt x="92869" y="36478"/>
                  <a:pt x="86484" y="42863"/>
                  <a:pt x="78581" y="42863"/>
                </a:cubicBezTo>
                <a:lnTo>
                  <a:pt x="63981" y="42863"/>
                </a:lnTo>
                <a:close/>
                <a:moveTo>
                  <a:pt x="28575" y="142875"/>
                </a:moveTo>
                <a:lnTo>
                  <a:pt x="28575" y="171450"/>
                </a:lnTo>
                <a:cubicBezTo>
                  <a:pt x="28575" y="179353"/>
                  <a:pt x="34960" y="185738"/>
                  <a:pt x="42863" y="185738"/>
                </a:cubicBezTo>
                <a:lnTo>
                  <a:pt x="71438" y="185738"/>
                </a:lnTo>
                <a:cubicBezTo>
                  <a:pt x="79340" y="185738"/>
                  <a:pt x="85725" y="179353"/>
                  <a:pt x="85725" y="171450"/>
                </a:cubicBezTo>
                <a:lnTo>
                  <a:pt x="85725" y="142875"/>
                </a:lnTo>
                <a:lnTo>
                  <a:pt x="28575" y="142875"/>
                </a:lnTo>
                <a:close/>
                <a:moveTo>
                  <a:pt x="214313" y="185738"/>
                </a:moveTo>
                <a:cubicBezTo>
                  <a:pt x="222215" y="185738"/>
                  <a:pt x="228600" y="179353"/>
                  <a:pt x="228600" y="171450"/>
                </a:cubicBezTo>
                <a:lnTo>
                  <a:pt x="228600" y="142875"/>
                </a:lnTo>
                <a:lnTo>
                  <a:pt x="171450" y="142875"/>
                </a:lnTo>
                <a:lnTo>
                  <a:pt x="171450" y="171450"/>
                </a:lnTo>
                <a:cubicBezTo>
                  <a:pt x="171450" y="179353"/>
                  <a:pt x="177835" y="185738"/>
                  <a:pt x="185738" y="185738"/>
                </a:cubicBezTo>
                <a:lnTo>
                  <a:pt x="214313" y="185738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1938486" y="234315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Gözlük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943249" y="2571750"/>
            <a:ext cx="105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Eyewear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167360" y="1919288"/>
            <a:ext cx="1228725" cy="962025"/>
          </a:xfrm>
          <a:custGeom>
            <a:avLst/>
            <a:gdLst/>
            <a:ahLst/>
            <a:cxnLst/>
            <a:rect l="l" t="t" r="r" b="b"/>
            <a:pathLst>
              <a:path w="1228725" h="962025">
                <a:moveTo>
                  <a:pt x="76202" y="0"/>
                </a:moveTo>
                <a:lnTo>
                  <a:pt x="1152523" y="0"/>
                </a:lnTo>
                <a:cubicBezTo>
                  <a:pt x="1194580" y="0"/>
                  <a:pt x="1228725" y="34145"/>
                  <a:pt x="1228725" y="76202"/>
                </a:cubicBezTo>
                <a:lnTo>
                  <a:pt x="1228725" y="885823"/>
                </a:lnTo>
                <a:cubicBezTo>
                  <a:pt x="1228725" y="927880"/>
                  <a:pt x="1194580" y="962025"/>
                  <a:pt x="1152523" y="962025"/>
                </a:cubicBezTo>
                <a:lnTo>
                  <a:pt x="76202" y="962025"/>
                </a:lnTo>
                <a:cubicBezTo>
                  <a:pt x="34145" y="962025"/>
                  <a:pt x="0" y="927880"/>
                  <a:pt x="0" y="8858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79329" y="20383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89297" y="207169"/>
                </a:moveTo>
                <a:lnTo>
                  <a:pt x="89297" y="131222"/>
                </a:lnTo>
                <a:cubicBezTo>
                  <a:pt x="89297" y="129480"/>
                  <a:pt x="89074" y="127739"/>
                  <a:pt x="88672" y="126043"/>
                </a:cubicBezTo>
                <a:lnTo>
                  <a:pt x="64472" y="29200"/>
                </a:lnTo>
                <a:cubicBezTo>
                  <a:pt x="72375" y="34469"/>
                  <a:pt x="84028" y="39291"/>
                  <a:pt x="100013" y="39291"/>
                </a:cubicBezTo>
                <a:cubicBezTo>
                  <a:pt x="115997" y="39291"/>
                  <a:pt x="127650" y="34469"/>
                  <a:pt x="135553" y="29200"/>
                </a:cubicBezTo>
                <a:lnTo>
                  <a:pt x="111353" y="126043"/>
                </a:lnTo>
                <a:cubicBezTo>
                  <a:pt x="110907" y="127739"/>
                  <a:pt x="110728" y="129480"/>
                  <a:pt x="110728" y="131222"/>
                </a:cubicBezTo>
                <a:lnTo>
                  <a:pt x="110728" y="207169"/>
                </a:lnTo>
                <a:cubicBezTo>
                  <a:pt x="110728" y="219001"/>
                  <a:pt x="120328" y="228600"/>
                  <a:pt x="132159" y="228600"/>
                </a:cubicBezTo>
                <a:lnTo>
                  <a:pt x="178594" y="228600"/>
                </a:lnTo>
                <a:cubicBezTo>
                  <a:pt x="190426" y="228600"/>
                  <a:pt x="200025" y="219001"/>
                  <a:pt x="200025" y="207169"/>
                </a:cubicBezTo>
                <a:lnTo>
                  <a:pt x="200025" y="120774"/>
                </a:lnTo>
                <a:cubicBezTo>
                  <a:pt x="200025" y="116532"/>
                  <a:pt x="198775" y="112425"/>
                  <a:pt x="196408" y="108898"/>
                </a:cubicBezTo>
                <a:lnTo>
                  <a:pt x="175022" y="76840"/>
                </a:lnTo>
                <a:cubicBezTo>
                  <a:pt x="172656" y="73313"/>
                  <a:pt x="171405" y="69205"/>
                  <a:pt x="171405" y="64963"/>
                </a:cubicBezTo>
                <a:lnTo>
                  <a:pt x="171450" y="21431"/>
                </a:lnTo>
                <a:cubicBezTo>
                  <a:pt x="171450" y="9599"/>
                  <a:pt x="161851" y="0"/>
                  <a:pt x="150019" y="0"/>
                </a:cubicBezTo>
                <a:lnTo>
                  <a:pt x="148456" y="0"/>
                </a:lnTo>
                <a:cubicBezTo>
                  <a:pt x="148322" y="0"/>
                  <a:pt x="148188" y="0"/>
                  <a:pt x="148010" y="0"/>
                </a:cubicBezTo>
                <a:cubicBezTo>
                  <a:pt x="147742" y="0"/>
                  <a:pt x="147474" y="0"/>
                  <a:pt x="147206" y="0"/>
                </a:cubicBezTo>
                <a:cubicBezTo>
                  <a:pt x="138812" y="0"/>
                  <a:pt x="131981" y="4331"/>
                  <a:pt x="127516" y="8394"/>
                </a:cubicBezTo>
                <a:cubicBezTo>
                  <a:pt x="123364" y="12144"/>
                  <a:pt x="114791" y="17859"/>
                  <a:pt x="99968" y="17859"/>
                </a:cubicBezTo>
                <a:cubicBezTo>
                  <a:pt x="85145" y="17859"/>
                  <a:pt x="76572" y="12144"/>
                  <a:pt x="72420" y="8394"/>
                </a:cubicBezTo>
                <a:cubicBezTo>
                  <a:pt x="67955" y="4331"/>
                  <a:pt x="61124" y="0"/>
                  <a:pt x="52730" y="0"/>
                </a:cubicBezTo>
                <a:cubicBezTo>
                  <a:pt x="52462" y="0"/>
                  <a:pt x="52194" y="0"/>
                  <a:pt x="51926" y="0"/>
                </a:cubicBezTo>
                <a:cubicBezTo>
                  <a:pt x="51792" y="0"/>
                  <a:pt x="51658" y="0"/>
                  <a:pt x="51480" y="0"/>
                </a:cubicBezTo>
                <a:lnTo>
                  <a:pt x="50006" y="0"/>
                </a:lnTo>
                <a:cubicBezTo>
                  <a:pt x="38174" y="0"/>
                  <a:pt x="28575" y="9599"/>
                  <a:pt x="28575" y="21431"/>
                </a:cubicBezTo>
                <a:lnTo>
                  <a:pt x="28575" y="64963"/>
                </a:lnTo>
                <a:cubicBezTo>
                  <a:pt x="28575" y="69205"/>
                  <a:pt x="27325" y="73313"/>
                  <a:pt x="24958" y="76840"/>
                </a:cubicBezTo>
                <a:lnTo>
                  <a:pt x="3617" y="108898"/>
                </a:lnTo>
                <a:cubicBezTo>
                  <a:pt x="1250" y="112425"/>
                  <a:pt x="0" y="116577"/>
                  <a:pt x="0" y="120774"/>
                </a:cubicBezTo>
                <a:lnTo>
                  <a:pt x="0" y="207169"/>
                </a:lnTo>
                <a:cubicBezTo>
                  <a:pt x="0" y="219001"/>
                  <a:pt x="9599" y="228600"/>
                  <a:pt x="21431" y="228600"/>
                </a:cubicBezTo>
                <a:lnTo>
                  <a:pt x="67866" y="228600"/>
                </a:lnTo>
                <a:cubicBezTo>
                  <a:pt x="79697" y="228600"/>
                  <a:pt x="89297" y="219001"/>
                  <a:pt x="89297" y="20716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3248323" y="234315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Yelek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253085" y="2571750"/>
            <a:ext cx="105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Vest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77196" y="1919288"/>
            <a:ext cx="1228725" cy="962025"/>
          </a:xfrm>
          <a:custGeom>
            <a:avLst/>
            <a:gdLst/>
            <a:ahLst/>
            <a:cxnLst/>
            <a:rect l="l" t="t" r="r" b="b"/>
            <a:pathLst>
              <a:path w="1228725" h="962025">
                <a:moveTo>
                  <a:pt x="76202" y="0"/>
                </a:moveTo>
                <a:lnTo>
                  <a:pt x="1152523" y="0"/>
                </a:lnTo>
                <a:cubicBezTo>
                  <a:pt x="1194580" y="0"/>
                  <a:pt x="1228725" y="34145"/>
                  <a:pt x="1228725" y="76202"/>
                </a:cubicBezTo>
                <a:lnTo>
                  <a:pt x="1228725" y="885823"/>
                </a:lnTo>
                <a:cubicBezTo>
                  <a:pt x="1228725" y="927880"/>
                  <a:pt x="1194580" y="962025"/>
                  <a:pt x="1152523" y="962025"/>
                </a:cubicBezTo>
                <a:lnTo>
                  <a:pt x="76202" y="962025"/>
                </a:lnTo>
                <a:cubicBezTo>
                  <a:pt x="34145" y="962025"/>
                  <a:pt x="0" y="927880"/>
                  <a:pt x="0" y="8858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89165" y="20383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7163" y="171450"/>
                </a:moveTo>
                <a:lnTo>
                  <a:pt x="28575" y="171450"/>
                </a:lnTo>
                <a:lnTo>
                  <a:pt x="2411" y="79876"/>
                </a:lnTo>
                <a:cubicBezTo>
                  <a:pt x="804" y="74295"/>
                  <a:pt x="0" y="68491"/>
                  <a:pt x="0" y="62642"/>
                </a:cubicBezTo>
                <a:cubicBezTo>
                  <a:pt x="0" y="28039"/>
                  <a:pt x="28039" y="0"/>
                  <a:pt x="62642" y="0"/>
                </a:cubicBezTo>
                <a:lnTo>
                  <a:pt x="64160" y="0"/>
                </a:lnTo>
                <a:cubicBezTo>
                  <a:pt x="93628" y="0"/>
                  <a:pt x="119301" y="20047"/>
                  <a:pt x="126444" y="48622"/>
                </a:cubicBezTo>
                <a:lnTo>
                  <a:pt x="140464" y="104790"/>
                </a:lnTo>
                <a:lnTo>
                  <a:pt x="148322" y="95816"/>
                </a:lnTo>
                <a:cubicBezTo>
                  <a:pt x="153948" y="89386"/>
                  <a:pt x="162029" y="85725"/>
                  <a:pt x="170557" y="85725"/>
                </a:cubicBezTo>
                <a:lnTo>
                  <a:pt x="171807" y="85725"/>
                </a:lnTo>
                <a:cubicBezTo>
                  <a:pt x="187389" y="85725"/>
                  <a:pt x="200070" y="98361"/>
                  <a:pt x="200070" y="113987"/>
                </a:cubicBezTo>
                <a:cubicBezTo>
                  <a:pt x="200070" y="121087"/>
                  <a:pt x="197391" y="127918"/>
                  <a:pt x="192569" y="133142"/>
                </a:cubicBezTo>
                <a:lnTo>
                  <a:pt x="157163" y="171450"/>
                </a:lnTo>
                <a:close/>
                <a:moveTo>
                  <a:pt x="14288" y="207169"/>
                </a:moveTo>
                <a:cubicBezTo>
                  <a:pt x="14288" y="199266"/>
                  <a:pt x="20672" y="192881"/>
                  <a:pt x="28575" y="192881"/>
                </a:cubicBezTo>
                <a:lnTo>
                  <a:pt x="157163" y="192881"/>
                </a:lnTo>
                <a:cubicBezTo>
                  <a:pt x="165065" y="192881"/>
                  <a:pt x="171450" y="199266"/>
                  <a:pt x="171450" y="207169"/>
                </a:cubicBezTo>
                <a:lnTo>
                  <a:pt x="171450" y="214313"/>
                </a:lnTo>
                <a:cubicBezTo>
                  <a:pt x="171450" y="222215"/>
                  <a:pt x="165065" y="228600"/>
                  <a:pt x="157163" y="228600"/>
                </a:cubicBezTo>
                <a:lnTo>
                  <a:pt x="28575" y="228600"/>
                </a:lnTo>
                <a:cubicBezTo>
                  <a:pt x="20672" y="228600"/>
                  <a:pt x="14288" y="222215"/>
                  <a:pt x="14288" y="214313"/>
                </a:cubicBezTo>
                <a:lnTo>
                  <a:pt x="14288" y="207169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23" name="Text 21"/>
          <p:cNvSpPr/>
          <p:nvPr/>
        </p:nvSpPr>
        <p:spPr>
          <a:xfrm>
            <a:off x="4558159" y="234315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Eldiven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62921" y="2571750"/>
            <a:ext cx="105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Gloves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87033" y="1919288"/>
            <a:ext cx="1228725" cy="962025"/>
          </a:xfrm>
          <a:custGeom>
            <a:avLst/>
            <a:gdLst/>
            <a:ahLst/>
            <a:cxnLst/>
            <a:rect l="l" t="t" r="r" b="b"/>
            <a:pathLst>
              <a:path w="1228725" h="962025">
                <a:moveTo>
                  <a:pt x="76202" y="0"/>
                </a:moveTo>
                <a:lnTo>
                  <a:pt x="1152523" y="0"/>
                </a:lnTo>
                <a:cubicBezTo>
                  <a:pt x="1194580" y="0"/>
                  <a:pt x="1228725" y="34145"/>
                  <a:pt x="1228725" y="76202"/>
                </a:cubicBezTo>
                <a:lnTo>
                  <a:pt x="1228725" y="885823"/>
                </a:lnTo>
                <a:cubicBezTo>
                  <a:pt x="1228725" y="927880"/>
                  <a:pt x="1194580" y="962025"/>
                  <a:pt x="1152523" y="962025"/>
                </a:cubicBezTo>
                <a:lnTo>
                  <a:pt x="76202" y="962025"/>
                </a:lnTo>
                <a:cubicBezTo>
                  <a:pt x="34145" y="962025"/>
                  <a:pt x="0" y="927880"/>
                  <a:pt x="0" y="8858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70575" y="20383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2159" y="85725"/>
                </a:moveTo>
                <a:cubicBezTo>
                  <a:pt x="122739" y="80323"/>
                  <a:pt x="113273" y="74920"/>
                  <a:pt x="100013" y="72643"/>
                </a:cubicBezTo>
                <a:lnTo>
                  <a:pt x="100013" y="10001"/>
                </a:lnTo>
                <a:cubicBezTo>
                  <a:pt x="115059" y="5804"/>
                  <a:pt x="139035" y="0"/>
                  <a:pt x="157163" y="0"/>
                </a:cubicBezTo>
                <a:cubicBezTo>
                  <a:pt x="200025" y="0"/>
                  <a:pt x="257175" y="21431"/>
                  <a:pt x="257175" y="57150"/>
                </a:cubicBezTo>
                <a:cubicBezTo>
                  <a:pt x="257175" y="92869"/>
                  <a:pt x="203775" y="100013"/>
                  <a:pt x="178594" y="100013"/>
                </a:cubicBezTo>
                <a:cubicBezTo>
                  <a:pt x="157163" y="100013"/>
                  <a:pt x="144661" y="92869"/>
                  <a:pt x="132159" y="85725"/>
                </a:cubicBezTo>
                <a:close/>
                <a:moveTo>
                  <a:pt x="57150" y="14288"/>
                </a:moveTo>
                <a:lnTo>
                  <a:pt x="78581" y="14288"/>
                </a:lnTo>
                <a:lnTo>
                  <a:pt x="78581" y="71438"/>
                </a:lnTo>
                <a:lnTo>
                  <a:pt x="57150" y="71438"/>
                </a:lnTo>
                <a:cubicBezTo>
                  <a:pt x="41389" y="71438"/>
                  <a:pt x="28575" y="58623"/>
                  <a:pt x="28575" y="42863"/>
                </a:cubicBezTo>
                <a:cubicBezTo>
                  <a:pt x="28575" y="27102"/>
                  <a:pt x="41389" y="14288"/>
                  <a:pt x="57150" y="14288"/>
                </a:cubicBezTo>
                <a:close/>
                <a:moveTo>
                  <a:pt x="103584" y="142875"/>
                </a:moveTo>
                <a:cubicBezTo>
                  <a:pt x="116086" y="135731"/>
                  <a:pt x="128588" y="128588"/>
                  <a:pt x="150019" y="128588"/>
                </a:cubicBezTo>
                <a:cubicBezTo>
                  <a:pt x="175200" y="128588"/>
                  <a:pt x="228600" y="135731"/>
                  <a:pt x="228600" y="171450"/>
                </a:cubicBezTo>
                <a:cubicBezTo>
                  <a:pt x="228600" y="207169"/>
                  <a:pt x="171450" y="228600"/>
                  <a:pt x="128588" y="228600"/>
                </a:cubicBezTo>
                <a:cubicBezTo>
                  <a:pt x="110505" y="228600"/>
                  <a:pt x="86484" y="222796"/>
                  <a:pt x="71438" y="218599"/>
                </a:cubicBezTo>
                <a:lnTo>
                  <a:pt x="71438" y="155957"/>
                </a:lnTo>
                <a:cubicBezTo>
                  <a:pt x="84698" y="153635"/>
                  <a:pt x="94164" y="148233"/>
                  <a:pt x="103584" y="142830"/>
                </a:cubicBezTo>
                <a:close/>
                <a:moveTo>
                  <a:pt x="28575" y="214313"/>
                </a:moveTo>
                <a:cubicBezTo>
                  <a:pt x="12814" y="214313"/>
                  <a:pt x="0" y="201498"/>
                  <a:pt x="0" y="185738"/>
                </a:cubicBezTo>
                <a:cubicBezTo>
                  <a:pt x="0" y="169977"/>
                  <a:pt x="12814" y="157163"/>
                  <a:pt x="28575" y="157163"/>
                </a:cubicBezTo>
                <a:lnTo>
                  <a:pt x="50006" y="157163"/>
                </a:lnTo>
                <a:lnTo>
                  <a:pt x="50006" y="214313"/>
                </a:lnTo>
                <a:lnTo>
                  <a:pt x="28575" y="21431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7" name="Text 25"/>
          <p:cNvSpPr/>
          <p:nvPr/>
        </p:nvSpPr>
        <p:spPr>
          <a:xfrm>
            <a:off x="5867995" y="234315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Ayakkabı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872758" y="2571750"/>
            <a:ext cx="105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5763" y="3167063"/>
            <a:ext cx="6791325" cy="1152525"/>
          </a:xfrm>
          <a:custGeom>
            <a:avLst/>
            <a:gdLst/>
            <a:ahLst/>
            <a:cxnLst/>
            <a:rect l="l" t="t" r="r" b="b"/>
            <a:pathLst>
              <a:path w="6791325" h="1152525">
                <a:moveTo>
                  <a:pt x="114296" y="0"/>
                </a:moveTo>
                <a:lnTo>
                  <a:pt x="6677029" y="0"/>
                </a:lnTo>
                <a:cubicBezTo>
                  <a:pt x="6740153" y="0"/>
                  <a:pt x="6791325" y="51172"/>
                  <a:pt x="6791325" y="114296"/>
                </a:cubicBezTo>
                <a:lnTo>
                  <a:pt x="6791325" y="1038229"/>
                </a:lnTo>
                <a:cubicBezTo>
                  <a:pt x="6791325" y="1101353"/>
                  <a:pt x="6740153" y="1152525"/>
                  <a:pt x="6677029" y="1152525"/>
                </a:cubicBezTo>
                <a:lnTo>
                  <a:pt x="114296" y="1152525"/>
                </a:lnTo>
                <a:cubicBezTo>
                  <a:pt x="51172" y="1152525"/>
                  <a:pt x="0" y="1101353"/>
                  <a:pt x="0" y="10382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2925" y="33242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14902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50081" y="34290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85725" y="45541"/>
                </a:moveTo>
                <a:cubicBezTo>
                  <a:pt x="90179" y="45541"/>
                  <a:pt x="93762" y="49124"/>
                  <a:pt x="93762" y="53578"/>
                </a:cubicBezTo>
                <a:lnTo>
                  <a:pt x="93762" y="91083"/>
                </a:lnTo>
                <a:cubicBezTo>
                  <a:pt x="93762" y="95536"/>
                  <a:pt x="90179" y="99120"/>
                  <a:pt x="85725" y="99120"/>
                </a:cubicBezTo>
                <a:cubicBezTo>
                  <a:pt x="81271" y="99120"/>
                  <a:pt x="77688" y="95536"/>
                  <a:pt x="77688" y="91083"/>
                </a:cubicBezTo>
                <a:lnTo>
                  <a:pt x="77688" y="53578"/>
                </a:lnTo>
                <a:cubicBezTo>
                  <a:pt x="77688" y="49124"/>
                  <a:pt x="81271" y="45541"/>
                  <a:pt x="85725" y="45541"/>
                </a:cubicBezTo>
                <a:close/>
                <a:moveTo>
                  <a:pt x="76784" y="117872"/>
                </a:moveTo>
                <a:cubicBezTo>
                  <a:pt x="76581" y="114553"/>
                  <a:pt x="78236" y="111396"/>
                  <a:pt x="81081" y="109675"/>
                </a:cubicBezTo>
                <a:cubicBezTo>
                  <a:pt x="83926" y="107954"/>
                  <a:pt x="87491" y="107954"/>
                  <a:pt x="90336" y="109675"/>
                </a:cubicBezTo>
                <a:cubicBezTo>
                  <a:pt x="93181" y="111396"/>
                  <a:pt x="94836" y="114553"/>
                  <a:pt x="94632" y="117872"/>
                </a:cubicBezTo>
                <a:cubicBezTo>
                  <a:pt x="94836" y="121191"/>
                  <a:pt x="93181" y="124348"/>
                  <a:pt x="90336" y="126069"/>
                </a:cubicBezTo>
                <a:cubicBezTo>
                  <a:pt x="87491" y="127790"/>
                  <a:pt x="83926" y="127790"/>
                  <a:pt x="81081" y="126069"/>
                </a:cubicBezTo>
                <a:cubicBezTo>
                  <a:pt x="78236" y="124348"/>
                  <a:pt x="76581" y="121191"/>
                  <a:pt x="76784" y="11787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2" name="Text 30"/>
          <p:cNvSpPr/>
          <p:nvPr/>
        </p:nvSpPr>
        <p:spPr>
          <a:xfrm>
            <a:off x="1038225" y="3324225"/>
            <a:ext cx="6067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Anlık İhlal Algılama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38225" y="3667125"/>
            <a:ext cx="6057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Sistem,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eksik KKD kullanımını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anında tespit eder ve otomatik uyarı tetikler. Görüntü kaydı ile delil oluşturulur.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5763" y="4443413"/>
            <a:ext cx="6791325" cy="952500"/>
          </a:xfrm>
          <a:custGeom>
            <a:avLst/>
            <a:gdLst/>
            <a:ahLst/>
            <a:cxnLst/>
            <a:rect l="l" t="t" r="r" b="b"/>
            <a:pathLst>
              <a:path w="6791325" h="952500">
                <a:moveTo>
                  <a:pt x="114300" y="0"/>
                </a:moveTo>
                <a:lnTo>
                  <a:pt x="6677025" y="0"/>
                </a:lnTo>
                <a:cubicBezTo>
                  <a:pt x="6740109" y="0"/>
                  <a:pt x="6791325" y="51216"/>
                  <a:pt x="6791325" y="114300"/>
                </a:cubicBezTo>
                <a:lnTo>
                  <a:pt x="6791325" y="838200"/>
                </a:lnTo>
                <a:cubicBezTo>
                  <a:pt x="6791325" y="901284"/>
                  <a:pt x="6740109" y="952500"/>
                  <a:pt x="6677025" y="952500"/>
                </a:cubicBezTo>
                <a:lnTo>
                  <a:pt x="114300" y="952500"/>
                </a:lnTo>
                <a:cubicBezTo>
                  <a:pt x="51216" y="952500"/>
                  <a:pt x="0" y="901284"/>
                  <a:pt x="0" y="8382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2925" y="46243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2D3EE">
              <a:alpha val="14902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50081" y="472916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37" name="Text 35"/>
          <p:cNvSpPr/>
          <p:nvPr/>
        </p:nvSpPr>
        <p:spPr>
          <a:xfrm>
            <a:off x="1038225" y="4624388"/>
            <a:ext cx="525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İstatistiksel Raporlama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38225" y="4967288"/>
            <a:ext cx="52482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Uyumluluk oranları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ihlal sıklığı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bölgesel analizler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ile kapsamlı raporlar sunar.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85763" y="5519738"/>
            <a:ext cx="6791325" cy="952500"/>
          </a:xfrm>
          <a:custGeom>
            <a:avLst/>
            <a:gdLst/>
            <a:ahLst/>
            <a:cxnLst/>
            <a:rect l="l" t="t" r="r" b="b"/>
            <a:pathLst>
              <a:path w="6791325" h="952500">
                <a:moveTo>
                  <a:pt x="114300" y="0"/>
                </a:moveTo>
                <a:lnTo>
                  <a:pt x="6677025" y="0"/>
                </a:lnTo>
                <a:cubicBezTo>
                  <a:pt x="6740109" y="0"/>
                  <a:pt x="6791325" y="51216"/>
                  <a:pt x="6791325" y="114300"/>
                </a:cubicBezTo>
                <a:lnTo>
                  <a:pt x="6791325" y="838200"/>
                </a:lnTo>
                <a:cubicBezTo>
                  <a:pt x="6791325" y="901284"/>
                  <a:pt x="6740109" y="952500"/>
                  <a:pt x="6677025" y="952500"/>
                </a:cubicBezTo>
                <a:lnTo>
                  <a:pt x="114300" y="952500"/>
                </a:lnTo>
                <a:cubicBezTo>
                  <a:pt x="51216" y="952500"/>
                  <a:pt x="0" y="901284"/>
                  <a:pt x="0" y="8382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2925" y="57007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14902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60797" y="5805488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75009" y="0"/>
                </a:moveTo>
                <a:cubicBezTo>
                  <a:pt x="69082" y="0"/>
                  <a:pt x="64294" y="4789"/>
                  <a:pt x="64294" y="10716"/>
                </a:cubicBezTo>
                <a:lnTo>
                  <a:pt x="64294" y="11787"/>
                </a:lnTo>
                <a:cubicBezTo>
                  <a:pt x="39849" y="16743"/>
                  <a:pt x="21431" y="38375"/>
                  <a:pt x="21431" y="64294"/>
                </a:cubicBezTo>
                <a:lnTo>
                  <a:pt x="21431" y="71560"/>
                </a:lnTo>
                <a:cubicBezTo>
                  <a:pt x="21431" y="87667"/>
                  <a:pt x="15939" y="103305"/>
                  <a:pt x="5894" y="115896"/>
                </a:cubicBezTo>
                <a:lnTo>
                  <a:pt x="2612" y="119982"/>
                </a:lnTo>
                <a:cubicBezTo>
                  <a:pt x="904" y="122091"/>
                  <a:pt x="0" y="124703"/>
                  <a:pt x="0" y="127415"/>
                </a:cubicBezTo>
                <a:cubicBezTo>
                  <a:pt x="0" y="133979"/>
                  <a:pt x="5324" y="139303"/>
                  <a:pt x="11888" y="139303"/>
                </a:cubicBezTo>
                <a:lnTo>
                  <a:pt x="138098" y="139303"/>
                </a:lnTo>
                <a:cubicBezTo>
                  <a:pt x="144661" y="139303"/>
                  <a:pt x="149985" y="133979"/>
                  <a:pt x="149985" y="127415"/>
                </a:cubicBezTo>
                <a:cubicBezTo>
                  <a:pt x="149985" y="124703"/>
                  <a:pt x="149081" y="122091"/>
                  <a:pt x="147373" y="119982"/>
                </a:cubicBezTo>
                <a:lnTo>
                  <a:pt x="144092" y="115896"/>
                </a:lnTo>
                <a:cubicBezTo>
                  <a:pt x="134079" y="103305"/>
                  <a:pt x="128588" y="87667"/>
                  <a:pt x="128588" y="71560"/>
                </a:cubicBezTo>
                <a:lnTo>
                  <a:pt x="128588" y="64294"/>
                </a:lnTo>
                <a:cubicBezTo>
                  <a:pt x="128588" y="38375"/>
                  <a:pt x="110170" y="16743"/>
                  <a:pt x="85725" y="11787"/>
                </a:cubicBezTo>
                <a:lnTo>
                  <a:pt x="85725" y="10716"/>
                </a:lnTo>
                <a:cubicBezTo>
                  <a:pt x="85725" y="4789"/>
                  <a:pt x="80936" y="0"/>
                  <a:pt x="75009" y="0"/>
                </a:cubicBezTo>
                <a:close/>
                <a:moveTo>
                  <a:pt x="54248" y="155377"/>
                </a:moveTo>
                <a:cubicBezTo>
                  <a:pt x="56625" y="164619"/>
                  <a:pt x="65030" y="171450"/>
                  <a:pt x="75009" y="171450"/>
                </a:cubicBezTo>
                <a:cubicBezTo>
                  <a:pt x="84988" y="171450"/>
                  <a:pt x="93393" y="164619"/>
                  <a:pt x="95771" y="155377"/>
                </a:cubicBezTo>
                <a:lnTo>
                  <a:pt x="54248" y="155377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2" name="Text 40"/>
          <p:cNvSpPr/>
          <p:nvPr/>
        </p:nvSpPr>
        <p:spPr>
          <a:xfrm>
            <a:off x="1038225" y="5700713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Çok Kanallı Bildirim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38225" y="6043613"/>
            <a:ext cx="50673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İhlallerde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sesli alarm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e-posta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MS Teams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üzerinden anında bildirim.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335143" y="1376363"/>
            <a:ext cx="4467225" cy="962025"/>
          </a:xfrm>
          <a:custGeom>
            <a:avLst/>
            <a:gdLst/>
            <a:ahLst/>
            <a:cxnLst/>
            <a:rect l="l" t="t" r="r" b="b"/>
            <a:pathLst>
              <a:path w="4467225" h="962025">
                <a:moveTo>
                  <a:pt x="114298" y="0"/>
                </a:moveTo>
                <a:lnTo>
                  <a:pt x="4352927" y="0"/>
                </a:lnTo>
                <a:cubicBezTo>
                  <a:pt x="4416052" y="0"/>
                  <a:pt x="4467225" y="51173"/>
                  <a:pt x="4467225" y="114298"/>
                </a:cubicBezTo>
                <a:lnTo>
                  <a:pt x="4467225" y="847727"/>
                </a:lnTo>
                <a:cubicBezTo>
                  <a:pt x="4467225" y="910852"/>
                  <a:pt x="4416052" y="962025"/>
                  <a:pt x="4352927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>
                  <a:alpha val="20000"/>
                </a:srgbClr>
              </a:gs>
              <a:gs pos="100000">
                <a:srgbClr val="22D3EE">
                  <a:alpha val="20000"/>
                </a:srgbClr>
              </a:gs>
            </a:gsLst>
            <a:lin ang="2700000" scaled="1"/>
          </a:gra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49443" y="1533525"/>
            <a:ext cx="4238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Performansı</a:t>
            </a:r>
            <a:endParaRPr lang="en-US" sz="1600" dirty="0"/>
          </a:p>
        </p:txBody>
      </p:sp>
      <p:pic>
        <p:nvPicPr>
          <p:cNvPr id="46" name="Image 0" descr="https://kimi-img.moonshot.cn/pub/slides/26-03-03-03:25:59-d6iu8hor7lpp408soqf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2305" y="1914525"/>
            <a:ext cx="4152900" cy="266700"/>
          </a:xfrm>
          <a:prstGeom prst="roundRect">
            <a:avLst>
              <a:gd name="adj" fmla="val 0"/>
            </a:avLst>
          </a:prstGeom>
        </p:spPr>
      </p:pic>
      <p:sp>
        <p:nvSpPr>
          <p:cNvPr id="47" name="Shape 44"/>
          <p:cNvSpPr/>
          <p:nvPr/>
        </p:nvSpPr>
        <p:spPr>
          <a:xfrm>
            <a:off x="7335143" y="2462213"/>
            <a:ext cx="2171700" cy="847725"/>
          </a:xfrm>
          <a:custGeom>
            <a:avLst/>
            <a:gdLst/>
            <a:ahLst/>
            <a:cxnLst/>
            <a:rect l="l" t="t" r="r" b="b"/>
            <a:pathLst>
              <a:path w="2171700" h="847725">
                <a:moveTo>
                  <a:pt x="76202" y="0"/>
                </a:moveTo>
                <a:lnTo>
                  <a:pt x="2095498" y="0"/>
                </a:lnTo>
                <a:cubicBezTo>
                  <a:pt x="2137555" y="0"/>
                  <a:pt x="2171700" y="34145"/>
                  <a:pt x="2171700" y="76202"/>
                </a:cubicBezTo>
                <a:lnTo>
                  <a:pt x="2171700" y="771523"/>
                </a:lnTo>
                <a:cubicBezTo>
                  <a:pt x="2171700" y="813580"/>
                  <a:pt x="2137555" y="847725"/>
                  <a:pt x="2095498" y="847725"/>
                </a:cubicBezTo>
                <a:lnTo>
                  <a:pt x="76202" y="847725"/>
                </a:lnTo>
                <a:cubicBezTo>
                  <a:pt x="34145" y="847725"/>
                  <a:pt x="0" y="813580"/>
                  <a:pt x="0" y="771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382768" y="2581275"/>
            <a:ext cx="2076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92.2%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7416105" y="2962275"/>
            <a:ext cx="200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mAP@50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9632454" y="2462213"/>
            <a:ext cx="2171700" cy="847725"/>
          </a:xfrm>
          <a:custGeom>
            <a:avLst/>
            <a:gdLst/>
            <a:ahLst/>
            <a:cxnLst/>
            <a:rect l="l" t="t" r="r" b="b"/>
            <a:pathLst>
              <a:path w="2171700" h="847725">
                <a:moveTo>
                  <a:pt x="76202" y="0"/>
                </a:moveTo>
                <a:lnTo>
                  <a:pt x="2095498" y="0"/>
                </a:lnTo>
                <a:cubicBezTo>
                  <a:pt x="2137555" y="0"/>
                  <a:pt x="2171700" y="34145"/>
                  <a:pt x="2171700" y="76202"/>
                </a:cubicBezTo>
                <a:lnTo>
                  <a:pt x="2171700" y="771523"/>
                </a:lnTo>
                <a:cubicBezTo>
                  <a:pt x="2171700" y="813580"/>
                  <a:pt x="2137555" y="847725"/>
                  <a:pt x="2095498" y="847725"/>
                </a:cubicBezTo>
                <a:lnTo>
                  <a:pt x="76202" y="847725"/>
                </a:lnTo>
                <a:cubicBezTo>
                  <a:pt x="34145" y="847725"/>
                  <a:pt x="0" y="813580"/>
                  <a:pt x="0" y="771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680079" y="2581275"/>
            <a:ext cx="2076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91.6%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9713416" y="2962275"/>
            <a:ext cx="200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7335143" y="3433763"/>
            <a:ext cx="2171700" cy="847725"/>
          </a:xfrm>
          <a:custGeom>
            <a:avLst/>
            <a:gdLst/>
            <a:ahLst/>
            <a:cxnLst/>
            <a:rect l="l" t="t" r="r" b="b"/>
            <a:pathLst>
              <a:path w="2171700" h="847725">
                <a:moveTo>
                  <a:pt x="76202" y="0"/>
                </a:moveTo>
                <a:lnTo>
                  <a:pt x="2095498" y="0"/>
                </a:lnTo>
                <a:cubicBezTo>
                  <a:pt x="2137555" y="0"/>
                  <a:pt x="2171700" y="34145"/>
                  <a:pt x="2171700" y="76202"/>
                </a:cubicBezTo>
                <a:lnTo>
                  <a:pt x="2171700" y="771523"/>
                </a:lnTo>
                <a:cubicBezTo>
                  <a:pt x="2171700" y="813580"/>
                  <a:pt x="2137555" y="847725"/>
                  <a:pt x="2095498" y="847725"/>
                </a:cubicBezTo>
                <a:lnTo>
                  <a:pt x="76202" y="847725"/>
                </a:lnTo>
                <a:cubicBezTo>
                  <a:pt x="34145" y="847725"/>
                  <a:pt x="0" y="813580"/>
                  <a:pt x="0" y="771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382768" y="3552825"/>
            <a:ext cx="2076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87.6%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7416105" y="3933825"/>
            <a:ext cx="200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Recall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9632454" y="3433763"/>
            <a:ext cx="2171700" cy="847725"/>
          </a:xfrm>
          <a:custGeom>
            <a:avLst/>
            <a:gdLst/>
            <a:ahLst/>
            <a:cxnLst/>
            <a:rect l="l" t="t" r="r" b="b"/>
            <a:pathLst>
              <a:path w="2171700" h="847725">
                <a:moveTo>
                  <a:pt x="76202" y="0"/>
                </a:moveTo>
                <a:lnTo>
                  <a:pt x="2095498" y="0"/>
                </a:lnTo>
                <a:cubicBezTo>
                  <a:pt x="2137555" y="0"/>
                  <a:pt x="2171700" y="34145"/>
                  <a:pt x="2171700" y="76202"/>
                </a:cubicBezTo>
                <a:lnTo>
                  <a:pt x="2171700" y="771523"/>
                </a:lnTo>
                <a:cubicBezTo>
                  <a:pt x="2171700" y="813580"/>
                  <a:pt x="2137555" y="847725"/>
                  <a:pt x="2095498" y="847725"/>
                </a:cubicBezTo>
                <a:lnTo>
                  <a:pt x="76202" y="847725"/>
                </a:lnTo>
                <a:cubicBezTo>
                  <a:pt x="34145" y="847725"/>
                  <a:pt x="0" y="813580"/>
                  <a:pt x="0" y="771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9680079" y="3552825"/>
            <a:ext cx="2076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74.1%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9713416" y="3933825"/>
            <a:ext cx="200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mAP@95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7335143" y="4405313"/>
            <a:ext cx="4467225" cy="2066925"/>
          </a:xfrm>
          <a:custGeom>
            <a:avLst/>
            <a:gdLst/>
            <a:ahLst/>
            <a:cxnLst/>
            <a:rect l="l" t="t" r="r" b="b"/>
            <a:pathLst>
              <a:path w="4467225" h="2066925">
                <a:moveTo>
                  <a:pt x="114301" y="0"/>
                </a:moveTo>
                <a:lnTo>
                  <a:pt x="4352924" y="0"/>
                </a:lnTo>
                <a:cubicBezTo>
                  <a:pt x="4416051" y="0"/>
                  <a:pt x="4467225" y="51174"/>
                  <a:pt x="4467225" y="114301"/>
                </a:cubicBezTo>
                <a:lnTo>
                  <a:pt x="4467225" y="1952624"/>
                </a:lnTo>
                <a:cubicBezTo>
                  <a:pt x="4467225" y="2015751"/>
                  <a:pt x="4416051" y="2066925"/>
                  <a:pt x="4352924" y="2066925"/>
                </a:cubicBezTo>
                <a:lnTo>
                  <a:pt x="114301" y="2066925"/>
                </a:lnTo>
                <a:cubicBezTo>
                  <a:pt x="51174" y="2066925"/>
                  <a:pt x="0" y="2015751"/>
                  <a:pt x="0" y="1952624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7492305" y="4562475"/>
            <a:ext cx="4229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Sınıf Bazlı Doğruluk</a:t>
            </a:r>
            <a:endParaRPr lang="en-US" sz="1600" dirty="0"/>
          </a:p>
        </p:txBody>
      </p:sp>
      <p:sp>
        <p:nvSpPr>
          <p:cNvPr id="61" name="Text 58"/>
          <p:cNvSpPr/>
          <p:nvPr/>
        </p:nvSpPr>
        <p:spPr>
          <a:xfrm>
            <a:off x="7492305" y="4867275"/>
            <a:ext cx="390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Yelek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11287571" y="4867275"/>
            <a:ext cx="42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97.5%</a:t>
            </a:r>
            <a:endParaRPr lang="en-US" sz="1600" dirty="0"/>
          </a:p>
        </p:txBody>
      </p:sp>
      <p:sp>
        <p:nvSpPr>
          <p:cNvPr id="63" name="Shape 60"/>
          <p:cNvSpPr/>
          <p:nvPr/>
        </p:nvSpPr>
        <p:spPr>
          <a:xfrm>
            <a:off x="7492305" y="5095875"/>
            <a:ext cx="4152900" cy="76200"/>
          </a:xfrm>
          <a:custGeom>
            <a:avLst/>
            <a:gdLst/>
            <a:ahLst/>
            <a:cxnLst/>
            <a:rect l="l" t="t" r="r" b="b"/>
            <a:pathLst>
              <a:path w="4152900" h="76200">
                <a:moveTo>
                  <a:pt x="38100" y="0"/>
                </a:moveTo>
                <a:lnTo>
                  <a:pt x="4114800" y="0"/>
                </a:lnTo>
                <a:cubicBezTo>
                  <a:pt x="4135828" y="0"/>
                  <a:pt x="4152900" y="17072"/>
                  <a:pt x="4152900" y="38100"/>
                </a:cubicBezTo>
                <a:lnTo>
                  <a:pt x="4152900" y="38100"/>
                </a:lnTo>
                <a:cubicBezTo>
                  <a:pt x="4152900" y="59128"/>
                  <a:pt x="4135828" y="76200"/>
                  <a:pt x="41148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64" name="Shape 61"/>
          <p:cNvSpPr/>
          <p:nvPr/>
        </p:nvSpPr>
        <p:spPr>
          <a:xfrm>
            <a:off x="7492305" y="5095875"/>
            <a:ext cx="4048125" cy="76200"/>
          </a:xfrm>
          <a:custGeom>
            <a:avLst/>
            <a:gdLst/>
            <a:ahLst/>
            <a:cxnLst/>
            <a:rect l="l" t="t" r="r" b="b"/>
            <a:pathLst>
              <a:path w="4048125" h="76200">
                <a:moveTo>
                  <a:pt x="38100" y="0"/>
                </a:moveTo>
                <a:lnTo>
                  <a:pt x="4010025" y="0"/>
                </a:lnTo>
                <a:cubicBezTo>
                  <a:pt x="4031053" y="0"/>
                  <a:pt x="4048125" y="17072"/>
                  <a:pt x="4048125" y="38100"/>
                </a:cubicBezTo>
                <a:lnTo>
                  <a:pt x="4048125" y="38100"/>
                </a:lnTo>
                <a:cubicBezTo>
                  <a:pt x="4048125" y="59128"/>
                  <a:pt x="4031053" y="76200"/>
                  <a:pt x="40100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/>
              </a:gs>
              <a:gs pos="100000">
                <a:srgbClr val="22D3EE"/>
              </a:gs>
            </a:gsLst>
            <a:lin ang="0" scaled="1"/>
          </a:gradFill>
          <a:ln/>
        </p:spPr>
      </p:sp>
      <p:sp>
        <p:nvSpPr>
          <p:cNvPr id="65" name="Text 62"/>
          <p:cNvSpPr/>
          <p:nvPr/>
        </p:nvSpPr>
        <p:spPr>
          <a:xfrm>
            <a:off x="7492305" y="5248275"/>
            <a:ext cx="276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Kişi</a:t>
            </a:r>
            <a:endParaRPr lang="en-US" sz="1600" dirty="0"/>
          </a:p>
        </p:txBody>
      </p:sp>
      <p:sp>
        <p:nvSpPr>
          <p:cNvPr id="66" name="Text 63"/>
          <p:cNvSpPr/>
          <p:nvPr/>
        </p:nvSpPr>
        <p:spPr>
          <a:xfrm>
            <a:off x="11275516" y="5248275"/>
            <a:ext cx="438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96.2%</a:t>
            </a:r>
            <a:endParaRPr lang="en-US" sz="1600" dirty="0"/>
          </a:p>
        </p:txBody>
      </p:sp>
      <p:sp>
        <p:nvSpPr>
          <p:cNvPr id="67" name="Shape 64"/>
          <p:cNvSpPr/>
          <p:nvPr/>
        </p:nvSpPr>
        <p:spPr>
          <a:xfrm>
            <a:off x="7492305" y="5476875"/>
            <a:ext cx="4152900" cy="76200"/>
          </a:xfrm>
          <a:custGeom>
            <a:avLst/>
            <a:gdLst/>
            <a:ahLst/>
            <a:cxnLst/>
            <a:rect l="l" t="t" r="r" b="b"/>
            <a:pathLst>
              <a:path w="4152900" h="76200">
                <a:moveTo>
                  <a:pt x="38100" y="0"/>
                </a:moveTo>
                <a:lnTo>
                  <a:pt x="4114800" y="0"/>
                </a:lnTo>
                <a:cubicBezTo>
                  <a:pt x="4135828" y="0"/>
                  <a:pt x="4152900" y="17072"/>
                  <a:pt x="4152900" y="38100"/>
                </a:cubicBezTo>
                <a:lnTo>
                  <a:pt x="4152900" y="38100"/>
                </a:lnTo>
                <a:cubicBezTo>
                  <a:pt x="4152900" y="59128"/>
                  <a:pt x="4135828" y="76200"/>
                  <a:pt x="41148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68" name="Shape 65"/>
          <p:cNvSpPr/>
          <p:nvPr/>
        </p:nvSpPr>
        <p:spPr>
          <a:xfrm>
            <a:off x="7492305" y="5476875"/>
            <a:ext cx="4000500" cy="76200"/>
          </a:xfrm>
          <a:custGeom>
            <a:avLst/>
            <a:gdLst/>
            <a:ahLst/>
            <a:cxnLst/>
            <a:rect l="l" t="t" r="r" b="b"/>
            <a:pathLst>
              <a:path w="4000500" h="76200">
                <a:moveTo>
                  <a:pt x="38100" y="0"/>
                </a:moveTo>
                <a:lnTo>
                  <a:pt x="3962400" y="0"/>
                </a:lnTo>
                <a:cubicBezTo>
                  <a:pt x="3983428" y="0"/>
                  <a:pt x="4000500" y="17072"/>
                  <a:pt x="4000500" y="38100"/>
                </a:cubicBezTo>
                <a:lnTo>
                  <a:pt x="4000500" y="38100"/>
                </a:lnTo>
                <a:cubicBezTo>
                  <a:pt x="4000500" y="59128"/>
                  <a:pt x="3983428" y="76200"/>
                  <a:pt x="39624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/>
              </a:gs>
              <a:gs pos="100000">
                <a:srgbClr val="22D3EE"/>
              </a:gs>
            </a:gsLst>
            <a:lin ang="0" scaled="1"/>
          </a:gradFill>
          <a:ln/>
        </p:spPr>
      </p:sp>
      <p:sp>
        <p:nvSpPr>
          <p:cNvPr id="69" name="Text 66"/>
          <p:cNvSpPr/>
          <p:nvPr/>
        </p:nvSpPr>
        <p:spPr>
          <a:xfrm>
            <a:off x="7492305" y="5629275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Baret</a:t>
            </a:r>
            <a:endParaRPr lang="en-US" sz="1600" dirty="0"/>
          </a:p>
        </p:txBody>
      </p:sp>
      <p:sp>
        <p:nvSpPr>
          <p:cNvPr id="70" name="Text 67"/>
          <p:cNvSpPr/>
          <p:nvPr/>
        </p:nvSpPr>
        <p:spPr>
          <a:xfrm>
            <a:off x="11276112" y="5629275"/>
            <a:ext cx="438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95.6%</a:t>
            </a:r>
            <a:endParaRPr lang="en-US" sz="1600" dirty="0"/>
          </a:p>
        </p:txBody>
      </p:sp>
      <p:sp>
        <p:nvSpPr>
          <p:cNvPr id="71" name="Shape 68"/>
          <p:cNvSpPr/>
          <p:nvPr/>
        </p:nvSpPr>
        <p:spPr>
          <a:xfrm>
            <a:off x="7492305" y="5857875"/>
            <a:ext cx="4152900" cy="76200"/>
          </a:xfrm>
          <a:custGeom>
            <a:avLst/>
            <a:gdLst/>
            <a:ahLst/>
            <a:cxnLst/>
            <a:rect l="l" t="t" r="r" b="b"/>
            <a:pathLst>
              <a:path w="4152900" h="76200">
                <a:moveTo>
                  <a:pt x="38100" y="0"/>
                </a:moveTo>
                <a:lnTo>
                  <a:pt x="4114800" y="0"/>
                </a:lnTo>
                <a:cubicBezTo>
                  <a:pt x="4135828" y="0"/>
                  <a:pt x="4152900" y="17072"/>
                  <a:pt x="4152900" y="38100"/>
                </a:cubicBezTo>
                <a:lnTo>
                  <a:pt x="4152900" y="38100"/>
                </a:lnTo>
                <a:cubicBezTo>
                  <a:pt x="4152900" y="59128"/>
                  <a:pt x="4135828" y="76200"/>
                  <a:pt x="41148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72" name="Shape 69"/>
          <p:cNvSpPr/>
          <p:nvPr/>
        </p:nvSpPr>
        <p:spPr>
          <a:xfrm>
            <a:off x="7492305" y="5857875"/>
            <a:ext cx="3971925" cy="76200"/>
          </a:xfrm>
          <a:custGeom>
            <a:avLst/>
            <a:gdLst/>
            <a:ahLst/>
            <a:cxnLst/>
            <a:rect l="l" t="t" r="r" b="b"/>
            <a:pathLst>
              <a:path w="3971925" h="76200">
                <a:moveTo>
                  <a:pt x="38100" y="0"/>
                </a:moveTo>
                <a:lnTo>
                  <a:pt x="3933825" y="0"/>
                </a:lnTo>
                <a:cubicBezTo>
                  <a:pt x="3954853" y="0"/>
                  <a:pt x="3971925" y="17072"/>
                  <a:pt x="3971925" y="38100"/>
                </a:cubicBezTo>
                <a:lnTo>
                  <a:pt x="3971925" y="38100"/>
                </a:lnTo>
                <a:cubicBezTo>
                  <a:pt x="3971925" y="59128"/>
                  <a:pt x="3954853" y="76200"/>
                  <a:pt x="39338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22D3EE"/>
              </a:gs>
              <a:gs pos="100000">
                <a:srgbClr val="6366F1"/>
              </a:gs>
            </a:gsLst>
            <a:lin ang="0" scaled="1"/>
          </a:gradFill>
          <a:ln/>
        </p:spPr>
      </p:sp>
      <p:sp>
        <p:nvSpPr>
          <p:cNvPr id="73" name="Text 70"/>
          <p:cNvSpPr/>
          <p:nvPr/>
        </p:nvSpPr>
        <p:spPr>
          <a:xfrm>
            <a:off x="7492305" y="6010275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Ayakkabı</a:t>
            </a:r>
            <a:endParaRPr lang="en-US" sz="1600" dirty="0"/>
          </a:p>
        </p:txBody>
      </p:sp>
      <p:sp>
        <p:nvSpPr>
          <p:cNvPr id="74" name="Text 71"/>
          <p:cNvSpPr/>
          <p:nvPr/>
        </p:nvSpPr>
        <p:spPr>
          <a:xfrm>
            <a:off x="11270159" y="6010275"/>
            <a:ext cx="447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92.0%</a:t>
            </a:r>
            <a:endParaRPr lang="en-US" sz="1600" dirty="0"/>
          </a:p>
        </p:txBody>
      </p:sp>
      <p:sp>
        <p:nvSpPr>
          <p:cNvPr id="75" name="Shape 72"/>
          <p:cNvSpPr/>
          <p:nvPr/>
        </p:nvSpPr>
        <p:spPr>
          <a:xfrm>
            <a:off x="7492305" y="6238875"/>
            <a:ext cx="4152900" cy="76200"/>
          </a:xfrm>
          <a:custGeom>
            <a:avLst/>
            <a:gdLst/>
            <a:ahLst/>
            <a:cxnLst/>
            <a:rect l="l" t="t" r="r" b="b"/>
            <a:pathLst>
              <a:path w="4152900" h="76200">
                <a:moveTo>
                  <a:pt x="38100" y="0"/>
                </a:moveTo>
                <a:lnTo>
                  <a:pt x="4114800" y="0"/>
                </a:lnTo>
                <a:cubicBezTo>
                  <a:pt x="4135828" y="0"/>
                  <a:pt x="4152900" y="17072"/>
                  <a:pt x="4152900" y="38100"/>
                </a:cubicBezTo>
                <a:lnTo>
                  <a:pt x="4152900" y="38100"/>
                </a:lnTo>
                <a:cubicBezTo>
                  <a:pt x="4152900" y="59128"/>
                  <a:pt x="4135828" y="76200"/>
                  <a:pt x="41148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76" name="Shape 73"/>
          <p:cNvSpPr/>
          <p:nvPr/>
        </p:nvSpPr>
        <p:spPr>
          <a:xfrm>
            <a:off x="7492305" y="6238875"/>
            <a:ext cx="3819525" cy="76200"/>
          </a:xfrm>
          <a:custGeom>
            <a:avLst/>
            <a:gdLst/>
            <a:ahLst/>
            <a:cxnLst/>
            <a:rect l="l" t="t" r="r" b="b"/>
            <a:pathLst>
              <a:path w="3819525" h="76200">
                <a:moveTo>
                  <a:pt x="38100" y="0"/>
                </a:moveTo>
                <a:lnTo>
                  <a:pt x="3781425" y="0"/>
                </a:lnTo>
                <a:cubicBezTo>
                  <a:pt x="3802453" y="0"/>
                  <a:pt x="3819525" y="17072"/>
                  <a:pt x="3819525" y="38100"/>
                </a:cubicBezTo>
                <a:lnTo>
                  <a:pt x="3819525" y="38100"/>
                </a:lnTo>
                <a:cubicBezTo>
                  <a:pt x="3819525" y="59128"/>
                  <a:pt x="3802453" y="76200"/>
                  <a:pt x="37814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22D3EE"/>
              </a:gs>
              <a:gs pos="100000">
                <a:srgbClr val="6366F1"/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6931"/>
          </a:xfrm>
          <a:custGeom>
            <a:avLst/>
            <a:gdLst/>
            <a:ahLst/>
            <a:cxnLst/>
            <a:rect l="l" t="t" r="r" b="b"/>
            <a:pathLst>
              <a:path w="12192000" h="6856931">
                <a:moveTo>
                  <a:pt x="0" y="0"/>
                </a:moveTo>
                <a:lnTo>
                  <a:pt x="12192000" y="0"/>
                </a:lnTo>
                <a:lnTo>
                  <a:pt x="12192000" y="6856931"/>
                </a:lnTo>
                <a:lnTo>
                  <a:pt x="0" y="6856931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6366F1">
                  <a:alpha val="3000"/>
                </a:srgbClr>
              </a:gs>
              <a:gs pos="20000">
                <a:srgbClr val="6366F1">
                  <a:alpha val="3000"/>
                </a:srgbClr>
              </a:gs>
              <a:gs pos="33333.333333333336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41992" y="341992"/>
            <a:ext cx="11576415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b="1" spc="108" kern="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FEATURE 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1992" y="615585"/>
            <a:ext cx="11661913" cy="341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2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Düşme Tespiti (Fall Detection)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1992" y="1060174"/>
            <a:ext cx="820780" cy="34199"/>
          </a:xfrm>
          <a:custGeom>
            <a:avLst/>
            <a:gdLst/>
            <a:ahLst/>
            <a:cxnLst/>
            <a:rect l="l" t="t" r="r" b="b"/>
            <a:pathLst>
              <a:path w="820780" h="34199">
                <a:moveTo>
                  <a:pt x="17100" y="0"/>
                </a:moveTo>
                <a:lnTo>
                  <a:pt x="803680" y="0"/>
                </a:lnTo>
                <a:cubicBezTo>
                  <a:pt x="813124" y="0"/>
                  <a:pt x="820780" y="7656"/>
                  <a:pt x="820780" y="17100"/>
                </a:cubicBezTo>
                <a:lnTo>
                  <a:pt x="820780" y="17100"/>
                </a:lnTo>
                <a:cubicBezTo>
                  <a:pt x="820780" y="26543"/>
                  <a:pt x="813124" y="34199"/>
                  <a:pt x="803680" y="34199"/>
                </a:cubicBezTo>
                <a:lnTo>
                  <a:pt x="17100" y="34199"/>
                </a:lnTo>
                <a:cubicBezTo>
                  <a:pt x="7662" y="34199"/>
                  <a:pt x="0" y="26537"/>
                  <a:pt x="0" y="17100"/>
                </a:cubicBezTo>
                <a:lnTo>
                  <a:pt x="0" y="17100"/>
                </a:lnTo>
                <a:cubicBezTo>
                  <a:pt x="0" y="7662"/>
                  <a:pt x="7662" y="0"/>
                  <a:pt x="17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22D3EE"/>
              </a:gs>
              <a:gs pos="100000">
                <a:srgbClr val="6366F1"/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46266" y="1235445"/>
            <a:ext cx="5659961" cy="1299568"/>
          </a:xfrm>
          <a:custGeom>
            <a:avLst/>
            <a:gdLst/>
            <a:ahLst/>
            <a:cxnLst/>
            <a:rect l="l" t="t" r="r" b="b"/>
            <a:pathLst>
              <a:path w="5659961" h="1299568">
                <a:moveTo>
                  <a:pt x="102601" y="0"/>
                </a:moveTo>
                <a:lnTo>
                  <a:pt x="5557360" y="0"/>
                </a:lnTo>
                <a:cubicBezTo>
                  <a:pt x="5614025" y="0"/>
                  <a:pt x="5659961" y="45936"/>
                  <a:pt x="5659961" y="102601"/>
                </a:cubicBezTo>
                <a:lnTo>
                  <a:pt x="5659961" y="1196967"/>
                </a:lnTo>
                <a:cubicBezTo>
                  <a:pt x="5659961" y="1253632"/>
                  <a:pt x="5614025" y="1299568"/>
                  <a:pt x="5557360" y="1299568"/>
                </a:cubicBezTo>
                <a:lnTo>
                  <a:pt x="102601" y="1299568"/>
                </a:lnTo>
                <a:cubicBezTo>
                  <a:pt x="45936" y="1299568"/>
                  <a:pt x="0" y="1253632"/>
                  <a:pt x="0" y="1196967"/>
                </a:cubicBezTo>
                <a:lnTo>
                  <a:pt x="0" y="102601"/>
                </a:lnTo>
                <a:cubicBezTo>
                  <a:pt x="0" y="45974"/>
                  <a:pt x="45974" y="0"/>
                  <a:pt x="102601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537" y="1489801"/>
            <a:ext cx="410390" cy="410390"/>
          </a:xfrm>
          <a:custGeom>
            <a:avLst/>
            <a:gdLst/>
            <a:ahLst/>
            <a:cxnLst/>
            <a:rect l="l" t="t" r="r" b="b"/>
            <a:pathLst>
              <a:path w="410390" h="410390">
                <a:moveTo>
                  <a:pt x="68400" y="0"/>
                </a:moveTo>
                <a:lnTo>
                  <a:pt x="341990" y="0"/>
                </a:lnTo>
                <a:cubicBezTo>
                  <a:pt x="379741" y="0"/>
                  <a:pt x="410390" y="30649"/>
                  <a:pt x="410390" y="68400"/>
                </a:cubicBezTo>
                <a:lnTo>
                  <a:pt x="410390" y="341990"/>
                </a:lnTo>
                <a:cubicBezTo>
                  <a:pt x="410390" y="379741"/>
                  <a:pt x="379741" y="410390"/>
                  <a:pt x="341990" y="410390"/>
                </a:cubicBezTo>
                <a:lnTo>
                  <a:pt x="68400" y="410390"/>
                </a:lnTo>
                <a:cubicBezTo>
                  <a:pt x="30649" y="410390"/>
                  <a:pt x="0" y="379741"/>
                  <a:pt x="0" y="341990"/>
                </a:cubicBezTo>
                <a:lnTo>
                  <a:pt x="0" y="68400"/>
                </a:lnTo>
                <a:cubicBezTo>
                  <a:pt x="0" y="30649"/>
                  <a:pt x="30649" y="0"/>
                  <a:pt x="68400" y="0"/>
                </a:cubicBezTo>
                <a:close/>
              </a:path>
            </a:pathLst>
          </a:custGeom>
          <a:solidFill>
            <a:srgbClr val="22D3EE">
              <a:alpha val="14902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51921" y="1609498"/>
            <a:ext cx="149621" cy="170996"/>
          </a:xfrm>
          <a:custGeom>
            <a:avLst/>
            <a:gdLst/>
            <a:ahLst/>
            <a:cxnLst/>
            <a:rect l="l" t="t" r="r" b="b"/>
            <a:pathLst>
              <a:path w="149621" h="170996">
                <a:moveTo>
                  <a:pt x="56275" y="0"/>
                </a:moveTo>
                <a:cubicBezTo>
                  <a:pt x="51833" y="0"/>
                  <a:pt x="48260" y="3574"/>
                  <a:pt x="48260" y="8015"/>
                </a:cubicBezTo>
                <a:cubicBezTo>
                  <a:pt x="48260" y="12457"/>
                  <a:pt x="51833" y="16031"/>
                  <a:pt x="56275" y="16031"/>
                </a:cubicBezTo>
                <a:lnTo>
                  <a:pt x="66962" y="16031"/>
                </a:lnTo>
                <a:lnTo>
                  <a:pt x="66962" y="24480"/>
                </a:lnTo>
                <a:cubicBezTo>
                  <a:pt x="30893" y="28455"/>
                  <a:pt x="2839" y="59047"/>
                  <a:pt x="2839" y="96185"/>
                </a:cubicBezTo>
                <a:cubicBezTo>
                  <a:pt x="2839" y="136028"/>
                  <a:pt x="35134" y="168324"/>
                  <a:pt x="74978" y="168324"/>
                </a:cubicBezTo>
                <a:cubicBezTo>
                  <a:pt x="114821" y="168324"/>
                  <a:pt x="147116" y="136028"/>
                  <a:pt x="147116" y="96185"/>
                </a:cubicBezTo>
                <a:cubicBezTo>
                  <a:pt x="147116" y="82893"/>
                  <a:pt x="143510" y="70436"/>
                  <a:pt x="137231" y="59715"/>
                </a:cubicBezTo>
                <a:lnTo>
                  <a:pt x="146649" y="50297"/>
                </a:lnTo>
                <a:cubicBezTo>
                  <a:pt x="150824" y="46122"/>
                  <a:pt x="150824" y="39342"/>
                  <a:pt x="146649" y="35168"/>
                </a:cubicBezTo>
                <a:cubicBezTo>
                  <a:pt x="142474" y="30993"/>
                  <a:pt x="135695" y="30993"/>
                  <a:pt x="131520" y="35168"/>
                </a:cubicBezTo>
                <a:lnTo>
                  <a:pt x="123705" y="42983"/>
                </a:lnTo>
                <a:cubicBezTo>
                  <a:pt x="112717" y="32897"/>
                  <a:pt x="98590" y="26184"/>
                  <a:pt x="82960" y="24447"/>
                </a:cubicBezTo>
                <a:lnTo>
                  <a:pt x="82960" y="15997"/>
                </a:lnTo>
                <a:lnTo>
                  <a:pt x="93647" y="15997"/>
                </a:lnTo>
                <a:cubicBezTo>
                  <a:pt x="98089" y="15997"/>
                  <a:pt x="101662" y="12424"/>
                  <a:pt x="101662" y="7982"/>
                </a:cubicBezTo>
                <a:cubicBezTo>
                  <a:pt x="101662" y="3540"/>
                  <a:pt x="98089" y="-33"/>
                  <a:pt x="93647" y="-33"/>
                </a:cubicBezTo>
                <a:lnTo>
                  <a:pt x="56242" y="-33"/>
                </a:lnTo>
                <a:close/>
                <a:moveTo>
                  <a:pt x="82993" y="61452"/>
                </a:moveTo>
                <a:lnTo>
                  <a:pt x="82993" y="96185"/>
                </a:lnTo>
                <a:cubicBezTo>
                  <a:pt x="82993" y="100627"/>
                  <a:pt x="79420" y="104201"/>
                  <a:pt x="74978" y="104201"/>
                </a:cubicBezTo>
                <a:cubicBezTo>
                  <a:pt x="70536" y="104201"/>
                  <a:pt x="66962" y="100627"/>
                  <a:pt x="66962" y="96185"/>
                </a:cubicBezTo>
                <a:lnTo>
                  <a:pt x="66962" y="61452"/>
                </a:lnTo>
                <a:cubicBezTo>
                  <a:pt x="66962" y="57010"/>
                  <a:pt x="70536" y="53436"/>
                  <a:pt x="74978" y="53436"/>
                </a:cubicBezTo>
                <a:cubicBezTo>
                  <a:pt x="79420" y="53436"/>
                  <a:pt x="82993" y="57010"/>
                  <a:pt x="82993" y="61452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1068724" y="1489801"/>
            <a:ext cx="4847731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Saniyeler İçinde Algılama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8724" y="1831792"/>
            <a:ext cx="4830631" cy="44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İşçilerin </a:t>
            </a:r>
            <a:pPr>
              <a:lnSpc>
                <a:spcPct val="140000"/>
              </a:lnSpc>
            </a:pPr>
            <a:r>
              <a:rPr lang="en-US" sz="107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takılması</a:t>
            </a:r>
            <a:pPr>
              <a:lnSpc>
                <a:spcPct val="140000"/>
              </a:lnSpc>
            </a:pPr>
            <a:r>
              <a:rPr lang="en-US" sz="107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07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düşmesi</a:t>
            </a:r>
            <a:pPr>
              <a:lnSpc>
                <a:spcPct val="140000"/>
              </a:lnSpc>
            </a:pPr>
            <a:r>
              <a:rPr lang="en-US" sz="107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veya </a:t>
            </a:r>
            <a:pPr>
              <a:lnSpc>
                <a:spcPct val="140000"/>
              </a:lnSpc>
            </a:pPr>
            <a:r>
              <a:rPr lang="en-US" sz="107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fenalaşarak yere yığılması</a:t>
            </a:r>
            <a:pPr>
              <a:lnSpc>
                <a:spcPct val="140000"/>
              </a:lnSpc>
            </a:pPr>
            <a:r>
              <a:rPr lang="en-US" sz="107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durumları saniyeler içinde tespit edilir.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6266" y="2676084"/>
            <a:ext cx="5659961" cy="1299568"/>
          </a:xfrm>
          <a:custGeom>
            <a:avLst/>
            <a:gdLst/>
            <a:ahLst/>
            <a:cxnLst/>
            <a:rect l="l" t="t" r="r" b="b"/>
            <a:pathLst>
              <a:path w="5659961" h="1299568">
                <a:moveTo>
                  <a:pt x="102601" y="0"/>
                </a:moveTo>
                <a:lnTo>
                  <a:pt x="5557360" y="0"/>
                </a:lnTo>
                <a:cubicBezTo>
                  <a:pt x="5614025" y="0"/>
                  <a:pt x="5659961" y="45936"/>
                  <a:pt x="5659961" y="102601"/>
                </a:cubicBezTo>
                <a:lnTo>
                  <a:pt x="5659961" y="1196967"/>
                </a:lnTo>
                <a:cubicBezTo>
                  <a:pt x="5659961" y="1253632"/>
                  <a:pt x="5614025" y="1299568"/>
                  <a:pt x="5557360" y="1299568"/>
                </a:cubicBezTo>
                <a:lnTo>
                  <a:pt x="102601" y="1299568"/>
                </a:lnTo>
                <a:cubicBezTo>
                  <a:pt x="45936" y="1299568"/>
                  <a:pt x="0" y="1253632"/>
                  <a:pt x="0" y="1196967"/>
                </a:cubicBezTo>
                <a:lnTo>
                  <a:pt x="0" y="102601"/>
                </a:lnTo>
                <a:cubicBezTo>
                  <a:pt x="0" y="45974"/>
                  <a:pt x="45974" y="0"/>
                  <a:pt x="102601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537" y="2930440"/>
            <a:ext cx="410390" cy="410390"/>
          </a:xfrm>
          <a:custGeom>
            <a:avLst/>
            <a:gdLst/>
            <a:ahLst/>
            <a:cxnLst/>
            <a:rect l="l" t="t" r="r" b="b"/>
            <a:pathLst>
              <a:path w="410390" h="410390">
                <a:moveTo>
                  <a:pt x="68400" y="0"/>
                </a:moveTo>
                <a:lnTo>
                  <a:pt x="341990" y="0"/>
                </a:lnTo>
                <a:cubicBezTo>
                  <a:pt x="379741" y="0"/>
                  <a:pt x="410390" y="30649"/>
                  <a:pt x="410390" y="68400"/>
                </a:cubicBezTo>
                <a:lnTo>
                  <a:pt x="410390" y="341990"/>
                </a:lnTo>
                <a:cubicBezTo>
                  <a:pt x="410390" y="379741"/>
                  <a:pt x="379741" y="410390"/>
                  <a:pt x="341990" y="410390"/>
                </a:cubicBezTo>
                <a:lnTo>
                  <a:pt x="68400" y="410390"/>
                </a:lnTo>
                <a:cubicBezTo>
                  <a:pt x="30649" y="410390"/>
                  <a:pt x="0" y="379741"/>
                  <a:pt x="0" y="341990"/>
                </a:cubicBezTo>
                <a:lnTo>
                  <a:pt x="0" y="68400"/>
                </a:lnTo>
                <a:cubicBezTo>
                  <a:pt x="0" y="30649"/>
                  <a:pt x="30649" y="0"/>
                  <a:pt x="68400" y="0"/>
                </a:cubicBezTo>
                <a:close/>
              </a:path>
            </a:pathLst>
          </a:custGeom>
          <a:solidFill>
            <a:srgbClr val="6366F1">
              <a:alpha val="14902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41234" y="3050137"/>
            <a:ext cx="170996" cy="170996"/>
          </a:xfrm>
          <a:custGeom>
            <a:avLst/>
            <a:gdLst/>
            <a:ahLst/>
            <a:cxnLst/>
            <a:rect l="l" t="t" r="r" b="b"/>
            <a:pathLst>
              <a:path w="170996" h="170996">
                <a:moveTo>
                  <a:pt x="40077" y="18703"/>
                </a:moveTo>
                <a:cubicBezTo>
                  <a:pt x="40077" y="8383"/>
                  <a:pt x="48460" y="0"/>
                  <a:pt x="58780" y="0"/>
                </a:cubicBezTo>
                <a:lnTo>
                  <a:pt x="66795" y="0"/>
                </a:lnTo>
                <a:cubicBezTo>
                  <a:pt x="72707" y="0"/>
                  <a:pt x="77482" y="4776"/>
                  <a:pt x="77482" y="10687"/>
                </a:cubicBezTo>
                <a:lnTo>
                  <a:pt x="77482" y="160309"/>
                </a:lnTo>
                <a:cubicBezTo>
                  <a:pt x="77482" y="166220"/>
                  <a:pt x="72707" y="170996"/>
                  <a:pt x="66795" y="170996"/>
                </a:cubicBezTo>
                <a:lnTo>
                  <a:pt x="56108" y="170996"/>
                </a:lnTo>
                <a:cubicBezTo>
                  <a:pt x="46156" y="170996"/>
                  <a:pt x="37773" y="164183"/>
                  <a:pt x="35401" y="154965"/>
                </a:cubicBezTo>
                <a:cubicBezTo>
                  <a:pt x="35168" y="154965"/>
                  <a:pt x="34967" y="154965"/>
                  <a:pt x="34734" y="154965"/>
                </a:cubicBezTo>
                <a:cubicBezTo>
                  <a:pt x="19972" y="154965"/>
                  <a:pt x="8015" y="143009"/>
                  <a:pt x="8015" y="128247"/>
                </a:cubicBezTo>
                <a:cubicBezTo>
                  <a:pt x="8015" y="122235"/>
                  <a:pt x="10019" y="116691"/>
                  <a:pt x="13359" y="112216"/>
                </a:cubicBezTo>
                <a:cubicBezTo>
                  <a:pt x="6880" y="107340"/>
                  <a:pt x="2672" y="99592"/>
                  <a:pt x="2672" y="90842"/>
                </a:cubicBezTo>
                <a:cubicBezTo>
                  <a:pt x="2672" y="80522"/>
                  <a:pt x="8550" y="71538"/>
                  <a:pt x="17100" y="67096"/>
                </a:cubicBezTo>
                <a:cubicBezTo>
                  <a:pt x="14728" y="63088"/>
                  <a:pt x="13359" y="58412"/>
                  <a:pt x="13359" y="53436"/>
                </a:cubicBezTo>
                <a:cubicBezTo>
                  <a:pt x="13359" y="38674"/>
                  <a:pt x="25315" y="26718"/>
                  <a:pt x="40077" y="26718"/>
                </a:cubicBezTo>
                <a:lnTo>
                  <a:pt x="40077" y="18703"/>
                </a:lnTo>
                <a:close/>
                <a:moveTo>
                  <a:pt x="130919" y="18703"/>
                </a:moveTo>
                <a:lnTo>
                  <a:pt x="130919" y="26718"/>
                </a:lnTo>
                <a:cubicBezTo>
                  <a:pt x="145680" y="26718"/>
                  <a:pt x="157637" y="38674"/>
                  <a:pt x="157637" y="53436"/>
                </a:cubicBezTo>
                <a:cubicBezTo>
                  <a:pt x="157637" y="58446"/>
                  <a:pt x="156267" y="63121"/>
                  <a:pt x="153896" y="67096"/>
                </a:cubicBezTo>
                <a:cubicBezTo>
                  <a:pt x="162479" y="71538"/>
                  <a:pt x="168324" y="80488"/>
                  <a:pt x="168324" y="90842"/>
                </a:cubicBezTo>
                <a:cubicBezTo>
                  <a:pt x="168324" y="99592"/>
                  <a:pt x="164116" y="107340"/>
                  <a:pt x="157637" y="112216"/>
                </a:cubicBezTo>
                <a:cubicBezTo>
                  <a:pt x="160977" y="116691"/>
                  <a:pt x="162980" y="122235"/>
                  <a:pt x="162980" y="128247"/>
                </a:cubicBezTo>
                <a:cubicBezTo>
                  <a:pt x="162980" y="143009"/>
                  <a:pt x="151024" y="154965"/>
                  <a:pt x="136262" y="154965"/>
                </a:cubicBezTo>
                <a:cubicBezTo>
                  <a:pt x="136028" y="154965"/>
                  <a:pt x="135828" y="154965"/>
                  <a:pt x="135594" y="154965"/>
                </a:cubicBezTo>
                <a:cubicBezTo>
                  <a:pt x="133223" y="164183"/>
                  <a:pt x="124840" y="170996"/>
                  <a:pt x="114888" y="170996"/>
                </a:cubicBezTo>
                <a:lnTo>
                  <a:pt x="104201" y="170996"/>
                </a:lnTo>
                <a:cubicBezTo>
                  <a:pt x="98289" y="170996"/>
                  <a:pt x="93513" y="166220"/>
                  <a:pt x="93513" y="160309"/>
                </a:cubicBezTo>
                <a:lnTo>
                  <a:pt x="93513" y="10687"/>
                </a:lnTo>
                <a:cubicBezTo>
                  <a:pt x="93513" y="4776"/>
                  <a:pt x="98289" y="0"/>
                  <a:pt x="104201" y="0"/>
                </a:cubicBezTo>
                <a:lnTo>
                  <a:pt x="112216" y="0"/>
                </a:lnTo>
                <a:cubicBezTo>
                  <a:pt x="122536" y="0"/>
                  <a:pt x="130919" y="8383"/>
                  <a:pt x="130919" y="1870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1068724" y="2930440"/>
            <a:ext cx="4847731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Uzamsal-Zamansal Analiz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8724" y="3272432"/>
            <a:ext cx="4830631" cy="44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Spatio-temporal analysis</a:t>
            </a:r>
            <a:pPr>
              <a:lnSpc>
                <a:spcPct val="140000"/>
              </a:lnSpc>
            </a:pPr>
            <a:r>
              <a:rPr lang="en-US" sz="107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ile normal hareket ve düşme arasındaki farkı öğrenen AI, yanlış pozitifleri minimize eder.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46266" y="4116724"/>
            <a:ext cx="5659961" cy="1299568"/>
          </a:xfrm>
          <a:custGeom>
            <a:avLst/>
            <a:gdLst/>
            <a:ahLst/>
            <a:cxnLst/>
            <a:rect l="l" t="t" r="r" b="b"/>
            <a:pathLst>
              <a:path w="5659961" h="1299568">
                <a:moveTo>
                  <a:pt x="102601" y="0"/>
                </a:moveTo>
                <a:lnTo>
                  <a:pt x="5557360" y="0"/>
                </a:lnTo>
                <a:cubicBezTo>
                  <a:pt x="5614025" y="0"/>
                  <a:pt x="5659961" y="45936"/>
                  <a:pt x="5659961" y="102601"/>
                </a:cubicBezTo>
                <a:lnTo>
                  <a:pt x="5659961" y="1196967"/>
                </a:lnTo>
                <a:cubicBezTo>
                  <a:pt x="5659961" y="1253632"/>
                  <a:pt x="5614025" y="1299568"/>
                  <a:pt x="5557360" y="1299568"/>
                </a:cubicBezTo>
                <a:lnTo>
                  <a:pt x="102601" y="1299568"/>
                </a:lnTo>
                <a:cubicBezTo>
                  <a:pt x="45936" y="1299568"/>
                  <a:pt x="0" y="1253632"/>
                  <a:pt x="0" y="1196967"/>
                </a:cubicBezTo>
                <a:lnTo>
                  <a:pt x="0" y="102601"/>
                </a:lnTo>
                <a:cubicBezTo>
                  <a:pt x="0" y="45974"/>
                  <a:pt x="45974" y="0"/>
                  <a:pt x="102601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1537" y="4371080"/>
            <a:ext cx="410390" cy="410390"/>
          </a:xfrm>
          <a:custGeom>
            <a:avLst/>
            <a:gdLst/>
            <a:ahLst/>
            <a:cxnLst/>
            <a:rect l="l" t="t" r="r" b="b"/>
            <a:pathLst>
              <a:path w="410390" h="410390">
                <a:moveTo>
                  <a:pt x="68400" y="0"/>
                </a:moveTo>
                <a:lnTo>
                  <a:pt x="341990" y="0"/>
                </a:lnTo>
                <a:cubicBezTo>
                  <a:pt x="379741" y="0"/>
                  <a:pt x="410390" y="30649"/>
                  <a:pt x="410390" y="68400"/>
                </a:cubicBezTo>
                <a:lnTo>
                  <a:pt x="410390" y="341990"/>
                </a:lnTo>
                <a:cubicBezTo>
                  <a:pt x="410390" y="379741"/>
                  <a:pt x="379741" y="410390"/>
                  <a:pt x="341990" y="410390"/>
                </a:cubicBezTo>
                <a:lnTo>
                  <a:pt x="68400" y="410390"/>
                </a:lnTo>
                <a:cubicBezTo>
                  <a:pt x="30649" y="410390"/>
                  <a:pt x="0" y="379741"/>
                  <a:pt x="0" y="341990"/>
                </a:cubicBezTo>
                <a:lnTo>
                  <a:pt x="0" y="68400"/>
                </a:lnTo>
                <a:cubicBezTo>
                  <a:pt x="0" y="30649"/>
                  <a:pt x="30649" y="0"/>
                  <a:pt x="68400" y="0"/>
                </a:cubicBezTo>
                <a:close/>
              </a:path>
            </a:pathLst>
          </a:custGeom>
          <a:solidFill>
            <a:srgbClr val="22D3EE">
              <a:alpha val="14902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51921" y="4490777"/>
            <a:ext cx="149621" cy="170996"/>
          </a:xfrm>
          <a:custGeom>
            <a:avLst/>
            <a:gdLst/>
            <a:ahLst/>
            <a:cxnLst/>
            <a:rect l="l" t="t" r="r" b="b"/>
            <a:pathLst>
              <a:path w="149621" h="170996">
                <a:moveTo>
                  <a:pt x="74811" y="0"/>
                </a:moveTo>
                <a:cubicBezTo>
                  <a:pt x="68899" y="0"/>
                  <a:pt x="64123" y="4776"/>
                  <a:pt x="64123" y="10687"/>
                </a:cubicBezTo>
                <a:lnTo>
                  <a:pt x="64123" y="11756"/>
                </a:lnTo>
                <a:cubicBezTo>
                  <a:pt x="39743" y="16699"/>
                  <a:pt x="21374" y="38274"/>
                  <a:pt x="21374" y="64123"/>
                </a:cubicBezTo>
                <a:lnTo>
                  <a:pt x="21374" y="71371"/>
                </a:lnTo>
                <a:cubicBezTo>
                  <a:pt x="21374" y="87435"/>
                  <a:pt x="15897" y="103032"/>
                  <a:pt x="5878" y="115589"/>
                </a:cubicBezTo>
                <a:lnTo>
                  <a:pt x="2605" y="119664"/>
                </a:lnTo>
                <a:cubicBezTo>
                  <a:pt x="902" y="121768"/>
                  <a:pt x="0" y="124373"/>
                  <a:pt x="0" y="127078"/>
                </a:cubicBezTo>
                <a:cubicBezTo>
                  <a:pt x="0" y="133624"/>
                  <a:pt x="5310" y="138934"/>
                  <a:pt x="11856" y="138934"/>
                </a:cubicBezTo>
                <a:lnTo>
                  <a:pt x="137732" y="138934"/>
                </a:lnTo>
                <a:cubicBezTo>
                  <a:pt x="144278" y="138934"/>
                  <a:pt x="149588" y="133624"/>
                  <a:pt x="149588" y="127078"/>
                </a:cubicBezTo>
                <a:cubicBezTo>
                  <a:pt x="149588" y="124373"/>
                  <a:pt x="148686" y="121768"/>
                  <a:pt x="146983" y="119664"/>
                </a:cubicBezTo>
                <a:lnTo>
                  <a:pt x="143710" y="115589"/>
                </a:lnTo>
                <a:cubicBezTo>
                  <a:pt x="133724" y="103032"/>
                  <a:pt x="128247" y="87435"/>
                  <a:pt x="128247" y="71371"/>
                </a:cubicBezTo>
                <a:lnTo>
                  <a:pt x="128247" y="64123"/>
                </a:lnTo>
                <a:cubicBezTo>
                  <a:pt x="128247" y="38274"/>
                  <a:pt x="109878" y="16699"/>
                  <a:pt x="85498" y="11756"/>
                </a:cubicBezTo>
                <a:lnTo>
                  <a:pt x="85498" y="10687"/>
                </a:lnTo>
                <a:cubicBezTo>
                  <a:pt x="85498" y="4776"/>
                  <a:pt x="80722" y="0"/>
                  <a:pt x="74811" y="0"/>
                </a:cubicBezTo>
                <a:close/>
                <a:moveTo>
                  <a:pt x="54104" y="154965"/>
                </a:moveTo>
                <a:cubicBezTo>
                  <a:pt x="56475" y="164183"/>
                  <a:pt x="64858" y="170996"/>
                  <a:pt x="74811" y="170996"/>
                </a:cubicBezTo>
                <a:cubicBezTo>
                  <a:pt x="84763" y="170996"/>
                  <a:pt x="93146" y="164183"/>
                  <a:pt x="95517" y="154965"/>
                </a:cubicBezTo>
                <a:lnTo>
                  <a:pt x="54104" y="154965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1068724" y="4371080"/>
            <a:ext cx="4847731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Acil Durum Protokolü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68724" y="4713072"/>
            <a:ext cx="4830631" cy="44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Düşme algılandığında </a:t>
            </a:r>
            <a:pPr>
              <a:lnSpc>
                <a:spcPct val="140000"/>
              </a:lnSpc>
            </a:pPr>
            <a:r>
              <a:rPr lang="en-US" sz="107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otomatik acil durum protokolü</a:t>
            </a:r>
            <a:pPr>
              <a:lnSpc>
                <a:spcPct val="140000"/>
              </a:lnSpc>
            </a:pPr>
            <a:r>
              <a:rPr lang="en-US" sz="107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başlatılır ve ilgili birimlere anında bilgi iletilir.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6266" y="5557363"/>
            <a:ext cx="5659961" cy="1299568"/>
          </a:xfrm>
          <a:custGeom>
            <a:avLst/>
            <a:gdLst/>
            <a:ahLst/>
            <a:cxnLst/>
            <a:rect l="l" t="t" r="r" b="b"/>
            <a:pathLst>
              <a:path w="5659961" h="1299568">
                <a:moveTo>
                  <a:pt x="102601" y="0"/>
                </a:moveTo>
                <a:lnTo>
                  <a:pt x="5557360" y="0"/>
                </a:lnTo>
                <a:cubicBezTo>
                  <a:pt x="5614025" y="0"/>
                  <a:pt x="5659961" y="45936"/>
                  <a:pt x="5659961" y="102601"/>
                </a:cubicBezTo>
                <a:lnTo>
                  <a:pt x="5659961" y="1196967"/>
                </a:lnTo>
                <a:cubicBezTo>
                  <a:pt x="5659961" y="1253632"/>
                  <a:pt x="5614025" y="1299568"/>
                  <a:pt x="5557360" y="1299568"/>
                </a:cubicBezTo>
                <a:lnTo>
                  <a:pt x="102601" y="1299568"/>
                </a:lnTo>
                <a:cubicBezTo>
                  <a:pt x="45936" y="1299568"/>
                  <a:pt x="0" y="1253632"/>
                  <a:pt x="0" y="1196967"/>
                </a:cubicBezTo>
                <a:lnTo>
                  <a:pt x="0" y="102601"/>
                </a:lnTo>
                <a:cubicBezTo>
                  <a:pt x="0" y="45974"/>
                  <a:pt x="45974" y="0"/>
                  <a:pt x="102601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537" y="5811719"/>
            <a:ext cx="410390" cy="410390"/>
          </a:xfrm>
          <a:custGeom>
            <a:avLst/>
            <a:gdLst/>
            <a:ahLst/>
            <a:cxnLst/>
            <a:rect l="l" t="t" r="r" b="b"/>
            <a:pathLst>
              <a:path w="410390" h="410390">
                <a:moveTo>
                  <a:pt x="68400" y="0"/>
                </a:moveTo>
                <a:lnTo>
                  <a:pt x="341990" y="0"/>
                </a:lnTo>
                <a:cubicBezTo>
                  <a:pt x="379741" y="0"/>
                  <a:pt x="410390" y="30649"/>
                  <a:pt x="410390" y="68400"/>
                </a:cubicBezTo>
                <a:lnTo>
                  <a:pt x="410390" y="341990"/>
                </a:lnTo>
                <a:cubicBezTo>
                  <a:pt x="410390" y="379741"/>
                  <a:pt x="379741" y="410390"/>
                  <a:pt x="341990" y="410390"/>
                </a:cubicBezTo>
                <a:lnTo>
                  <a:pt x="68400" y="410390"/>
                </a:lnTo>
                <a:cubicBezTo>
                  <a:pt x="30649" y="410390"/>
                  <a:pt x="0" y="379741"/>
                  <a:pt x="0" y="341990"/>
                </a:cubicBezTo>
                <a:lnTo>
                  <a:pt x="0" y="68400"/>
                </a:lnTo>
                <a:cubicBezTo>
                  <a:pt x="0" y="30649"/>
                  <a:pt x="30649" y="0"/>
                  <a:pt x="68400" y="0"/>
                </a:cubicBezTo>
                <a:close/>
              </a:path>
            </a:pathLst>
          </a:custGeom>
          <a:solidFill>
            <a:srgbClr val="6366F1">
              <a:alpha val="14902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30547" y="5931417"/>
            <a:ext cx="192370" cy="170996"/>
          </a:xfrm>
          <a:custGeom>
            <a:avLst/>
            <a:gdLst/>
            <a:ahLst/>
            <a:cxnLst/>
            <a:rect l="l" t="t" r="r" b="b"/>
            <a:pathLst>
              <a:path w="192370" h="170996">
                <a:moveTo>
                  <a:pt x="32062" y="21374"/>
                </a:moveTo>
                <a:cubicBezTo>
                  <a:pt x="20272" y="21374"/>
                  <a:pt x="10687" y="30960"/>
                  <a:pt x="10687" y="42749"/>
                </a:cubicBezTo>
                <a:lnTo>
                  <a:pt x="10687" y="128247"/>
                </a:lnTo>
                <a:cubicBezTo>
                  <a:pt x="10687" y="140036"/>
                  <a:pt x="20272" y="149621"/>
                  <a:pt x="32062" y="149621"/>
                </a:cubicBezTo>
                <a:lnTo>
                  <a:pt x="117560" y="149621"/>
                </a:lnTo>
                <a:cubicBezTo>
                  <a:pt x="129349" y="149621"/>
                  <a:pt x="138934" y="140036"/>
                  <a:pt x="138934" y="128247"/>
                </a:cubicBezTo>
                <a:lnTo>
                  <a:pt x="138934" y="42749"/>
                </a:lnTo>
                <a:cubicBezTo>
                  <a:pt x="138934" y="30960"/>
                  <a:pt x="129349" y="21374"/>
                  <a:pt x="117560" y="21374"/>
                </a:cubicBezTo>
                <a:lnTo>
                  <a:pt x="32062" y="21374"/>
                </a:lnTo>
                <a:close/>
                <a:moveTo>
                  <a:pt x="154965" y="112216"/>
                </a:moveTo>
                <a:lnTo>
                  <a:pt x="179512" y="131854"/>
                </a:lnTo>
                <a:cubicBezTo>
                  <a:pt x="180915" y="132989"/>
                  <a:pt x="182652" y="133590"/>
                  <a:pt x="184455" y="133590"/>
                </a:cubicBezTo>
                <a:cubicBezTo>
                  <a:pt x="188830" y="133590"/>
                  <a:pt x="192370" y="130050"/>
                  <a:pt x="192370" y="125675"/>
                </a:cubicBezTo>
                <a:lnTo>
                  <a:pt x="192370" y="45321"/>
                </a:lnTo>
                <a:cubicBezTo>
                  <a:pt x="192370" y="40945"/>
                  <a:pt x="188830" y="37405"/>
                  <a:pt x="184455" y="37405"/>
                </a:cubicBezTo>
                <a:cubicBezTo>
                  <a:pt x="182652" y="37405"/>
                  <a:pt x="180915" y="38006"/>
                  <a:pt x="179512" y="39142"/>
                </a:cubicBezTo>
                <a:lnTo>
                  <a:pt x="154965" y="58780"/>
                </a:lnTo>
                <a:lnTo>
                  <a:pt x="154965" y="112216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1068724" y="5811719"/>
            <a:ext cx="4847731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 Kaydı ve Delil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68724" y="6153711"/>
            <a:ext cx="4830631" cy="44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Olay anı </a:t>
            </a:r>
            <a:pPr>
              <a:lnSpc>
                <a:spcPct val="140000"/>
              </a:lnSpc>
            </a:pPr>
            <a:r>
              <a:rPr lang="en-US" sz="107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zaman damgalı video</a:t>
            </a:r>
            <a:pPr>
              <a:lnSpc>
                <a:spcPct val="140000"/>
              </a:lnSpc>
            </a:pPr>
            <a:r>
              <a:rPr lang="en-US" sz="107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olarak kaydedilir ve yasal süreçler için delil oluşturur.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84704" y="1235445"/>
            <a:ext cx="5659961" cy="3702059"/>
          </a:xfrm>
          <a:custGeom>
            <a:avLst/>
            <a:gdLst/>
            <a:ahLst/>
            <a:cxnLst/>
            <a:rect l="l" t="t" r="r" b="b"/>
            <a:pathLst>
              <a:path w="5659961" h="3702059">
                <a:moveTo>
                  <a:pt x="102584" y="0"/>
                </a:moveTo>
                <a:lnTo>
                  <a:pt x="5557377" y="0"/>
                </a:lnTo>
                <a:cubicBezTo>
                  <a:pt x="5614032" y="0"/>
                  <a:pt x="5659961" y="45928"/>
                  <a:pt x="5659961" y="102584"/>
                </a:cubicBezTo>
                <a:lnTo>
                  <a:pt x="5659961" y="3599475"/>
                </a:lnTo>
                <a:cubicBezTo>
                  <a:pt x="5659961" y="3656130"/>
                  <a:pt x="5614032" y="3702059"/>
                  <a:pt x="5557377" y="3702059"/>
                </a:cubicBezTo>
                <a:lnTo>
                  <a:pt x="102584" y="3702059"/>
                </a:lnTo>
                <a:cubicBezTo>
                  <a:pt x="45928" y="3702059"/>
                  <a:pt x="0" y="3656130"/>
                  <a:pt x="0" y="3599475"/>
                </a:cubicBezTo>
                <a:lnTo>
                  <a:pt x="0" y="102584"/>
                </a:lnTo>
                <a:cubicBezTo>
                  <a:pt x="0" y="45966"/>
                  <a:pt x="45966" y="0"/>
                  <a:pt x="102584" y="0"/>
                </a:cubicBezTo>
                <a:close/>
              </a:path>
            </a:pathLst>
          </a:custGeom>
          <a:gradFill rotWithShape="1" flip="none">
            <a:gsLst>
              <a:gs pos="0">
                <a:srgbClr val="22D3EE">
                  <a:alpha val="20000"/>
                </a:srgbClr>
              </a:gs>
              <a:gs pos="100000">
                <a:srgbClr val="6366F1">
                  <a:alpha val="20000"/>
                </a:srgbClr>
              </a:gs>
            </a:gsLst>
            <a:lin ang="2700000" scaled="1"/>
          </a:gradFill>
          <a:ln w="1270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17226" y="1410715"/>
            <a:ext cx="5394917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4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Düşme Tespit Sinyalleri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64250" y="1791181"/>
            <a:ext cx="5300870" cy="658334"/>
          </a:xfrm>
          <a:custGeom>
            <a:avLst/>
            <a:gdLst/>
            <a:ahLst/>
            <a:cxnLst/>
            <a:rect l="l" t="t" r="r" b="b"/>
            <a:pathLst>
              <a:path w="5300870" h="658334">
                <a:moveTo>
                  <a:pt x="68401" y="0"/>
                </a:moveTo>
                <a:lnTo>
                  <a:pt x="5232469" y="0"/>
                </a:lnTo>
                <a:cubicBezTo>
                  <a:pt x="5270245" y="0"/>
                  <a:pt x="5300870" y="30624"/>
                  <a:pt x="5300870" y="68401"/>
                </a:cubicBezTo>
                <a:lnTo>
                  <a:pt x="5300870" y="589933"/>
                </a:lnTo>
                <a:cubicBezTo>
                  <a:pt x="5300870" y="627710"/>
                  <a:pt x="5270245" y="658334"/>
                  <a:pt x="5232469" y="658334"/>
                </a:cubicBezTo>
                <a:lnTo>
                  <a:pt x="68401" y="658334"/>
                </a:lnTo>
                <a:cubicBezTo>
                  <a:pt x="30624" y="658334"/>
                  <a:pt x="0" y="627710"/>
                  <a:pt x="0" y="589933"/>
                </a:cubicBezTo>
                <a:lnTo>
                  <a:pt x="0" y="68401"/>
                </a:lnTo>
                <a:cubicBezTo>
                  <a:pt x="0" y="30649"/>
                  <a:pt x="30649" y="0"/>
                  <a:pt x="68401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05321" y="1949352"/>
            <a:ext cx="341992" cy="341992"/>
          </a:xfrm>
          <a:custGeom>
            <a:avLst/>
            <a:gdLst/>
            <a:ahLst/>
            <a:cxnLst/>
            <a:rect l="l" t="t" r="r" b="b"/>
            <a:pathLst>
              <a:path w="341992" h="341992">
                <a:moveTo>
                  <a:pt x="68398" y="0"/>
                </a:moveTo>
                <a:lnTo>
                  <a:pt x="273593" y="0"/>
                </a:lnTo>
                <a:cubicBezTo>
                  <a:pt x="311343" y="0"/>
                  <a:pt x="341992" y="30648"/>
                  <a:pt x="341992" y="68398"/>
                </a:cubicBezTo>
                <a:lnTo>
                  <a:pt x="341992" y="273593"/>
                </a:lnTo>
                <a:cubicBezTo>
                  <a:pt x="341992" y="311343"/>
                  <a:pt x="311343" y="341992"/>
                  <a:pt x="273593" y="341992"/>
                </a:cubicBezTo>
                <a:lnTo>
                  <a:pt x="68398" y="341992"/>
                </a:lnTo>
                <a:cubicBezTo>
                  <a:pt x="30648" y="341992"/>
                  <a:pt x="0" y="311343"/>
                  <a:pt x="0" y="273593"/>
                </a:cubicBezTo>
                <a:lnTo>
                  <a:pt x="0" y="68398"/>
                </a:lnTo>
                <a:cubicBezTo>
                  <a:pt x="0" y="30648"/>
                  <a:pt x="30648" y="0"/>
                  <a:pt x="68398" y="0"/>
                </a:cubicBezTo>
                <a:close/>
              </a:path>
            </a:pathLst>
          </a:custGeom>
          <a:solidFill>
            <a:srgbClr val="22D3EE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625018" y="2051950"/>
            <a:ext cx="102597" cy="136797"/>
          </a:xfrm>
          <a:custGeom>
            <a:avLst/>
            <a:gdLst/>
            <a:ahLst/>
            <a:cxnLst/>
            <a:rect l="l" t="t" r="r" b="b"/>
            <a:pathLst>
              <a:path w="102597" h="136797">
                <a:moveTo>
                  <a:pt x="45260" y="134285"/>
                </a:moveTo>
                <a:cubicBezTo>
                  <a:pt x="48600" y="137625"/>
                  <a:pt x="54024" y="137625"/>
                  <a:pt x="57364" y="134285"/>
                </a:cubicBezTo>
                <a:lnTo>
                  <a:pt x="100113" y="91536"/>
                </a:lnTo>
                <a:cubicBezTo>
                  <a:pt x="103452" y="88196"/>
                  <a:pt x="103452" y="82773"/>
                  <a:pt x="100113" y="79433"/>
                </a:cubicBezTo>
                <a:cubicBezTo>
                  <a:pt x="96773" y="76093"/>
                  <a:pt x="91349" y="76093"/>
                  <a:pt x="88009" y="79433"/>
                </a:cubicBezTo>
                <a:lnTo>
                  <a:pt x="59849" y="107594"/>
                </a:lnTo>
                <a:lnTo>
                  <a:pt x="59849" y="8550"/>
                </a:lnTo>
                <a:cubicBezTo>
                  <a:pt x="59849" y="3821"/>
                  <a:pt x="56028" y="0"/>
                  <a:pt x="51299" y="0"/>
                </a:cubicBezTo>
                <a:cubicBezTo>
                  <a:pt x="46570" y="0"/>
                  <a:pt x="42749" y="3821"/>
                  <a:pt x="42749" y="8550"/>
                </a:cubicBezTo>
                <a:lnTo>
                  <a:pt x="42749" y="107594"/>
                </a:lnTo>
                <a:lnTo>
                  <a:pt x="14588" y="79433"/>
                </a:lnTo>
                <a:cubicBezTo>
                  <a:pt x="11248" y="76093"/>
                  <a:pt x="5825" y="76093"/>
                  <a:pt x="2485" y="79433"/>
                </a:cubicBezTo>
                <a:cubicBezTo>
                  <a:pt x="-855" y="82773"/>
                  <a:pt x="-855" y="88196"/>
                  <a:pt x="2485" y="91536"/>
                </a:cubicBezTo>
                <a:lnTo>
                  <a:pt x="45234" y="134285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910" y="1932252"/>
            <a:ext cx="4642536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 Dikey Yer Değişimi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49910" y="2137447"/>
            <a:ext cx="4633986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Hızlı düşüş hareketi algılama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64250" y="2560662"/>
            <a:ext cx="5300870" cy="658334"/>
          </a:xfrm>
          <a:custGeom>
            <a:avLst/>
            <a:gdLst/>
            <a:ahLst/>
            <a:cxnLst/>
            <a:rect l="l" t="t" r="r" b="b"/>
            <a:pathLst>
              <a:path w="5300870" h="658334">
                <a:moveTo>
                  <a:pt x="68401" y="0"/>
                </a:moveTo>
                <a:lnTo>
                  <a:pt x="5232469" y="0"/>
                </a:lnTo>
                <a:cubicBezTo>
                  <a:pt x="5270245" y="0"/>
                  <a:pt x="5300870" y="30624"/>
                  <a:pt x="5300870" y="68401"/>
                </a:cubicBezTo>
                <a:lnTo>
                  <a:pt x="5300870" y="589933"/>
                </a:lnTo>
                <a:cubicBezTo>
                  <a:pt x="5300870" y="627710"/>
                  <a:pt x="5270245" y="658334"/>
                  <a:pt x="5232469" y="658334"/>
                </a:cubicBezTo>
                <a:lnTo>
                  <a:pt x="68401" y="658334"/>
                </a:lnTo>
                <a:cubicBezTo>
                  <a:pt x="30624" y="658334"/>
                  <a:pt x="0" y="627710"/>
                  <a:pt x="0" y="589933"/>
                </a:cubicBezTo>
                <a:lnTo>
                  <a:pt x="0" y="68401"/>
                </a:lnTo>
                <a:cubicBezTo>
                  <a:pt x="0" y="30649"/>
                  <a:pt x="30649" y="0"/>
                  <a:pt x="68401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05321" y="2718833"/>
            <a:ext cx="341992" cy="341992"/>
          </a:xfrm>
          <a:custGeom>
            <a:avLst/>
            <a:gdLst/>
            <a:ahLst/>
            <a:cxnLst/>
            <a:rect l="l" t="t" r="r" b="b"/>
            <a:pathLst>
              <a:path w="341992" h="341992">
                <a:moveTo>
                  <a:pt x="68398" y="0"/>
                </a:moveTo>
                <a:lnTo>
                  <a:pt x="273593" y="0"/>
                </a:lnTo>
                <a:cubicBezTo>
                  <a:pt x="311343" y="0"/>
                  <a:pt x="341992" y="30648"/>
                  <a:pt x="341992" y="68398"/>
                </a:cubicBezTo>
                <a:lnTo>
                  <a:pt x="341992" y="273593"/>
                </a:lnTo>
                <a:cubicBezTo>
                  <a:pt x="341992" y="311343"/>
                  <a:pt x="311343" y="341992"/>
                  <a:pt x="273593" y="341992"/>
                </a:cubicBezTo>
                <a:lnTo>
                  <a:pt x="68398" y="341992"/>
                </a:lnTo>
                <a:cubicBezTo>
                  <a:pt x="30648" y="341992"/>
                  <a:pt x="0" y="311343"/>
                  <a:pt x="0" y="273593"/>
                </a:cubicBezTo>
                <a:lnTo>
                  <a:pt x="0" y="68398"/>
                </a:lnTo>
                <a:cubicBezTo>
                  <a:pt x="0" y="30648"/>
                  <a:pt x="30648" y="0"/>
                  <a:pt x="68398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625018" y="2821431"/>
            <a:ext cx="102597" cy="136797"/>
          </a:xfrm>
          <a:custGeom>
            <a:avLst/>
            <a:gdLst/>
            <a:ahLst/>
            <a:cxnLst/>
            <a:rect l="l" t="t" r="r" b="b"/>
            <a:pathLst>
              <a:path w="102597" h="136797">
                <a:moveTo>
                  <a:pt x="66261" y="6412"/>
                </a:moveTo>
                <a:cubicBezTo>
                  <a:pt x="66261" y="-1845"/>
                  <a:pt x="59557" y="-8550"/>
                  <a:pt x="51299" y="-8550"/>
                </a:cubicBezTo>
                <a:cubicBezTo>
                  <a:pt x="43041" y="-8550"/>
                  <a:pt x="36337" y="-1845"/>
                  <a:pt x="36337" y="6412"/>
                </a:cubicBezTo>
                <a:cubicBezTo>
                  <a:pt x="36337" y="14670"/>
                  <a:pt x="43041" y="21374"/>
                  <a:pt x="51299" y="21374"/>
                </a:cubicBezTo>
                <a:cubicBezTo>
                  <a:pt x="59557" y="21374"/>
                  <a:pt x="66261" y="14670"/>
                  <a:pt x="66261" y="6412"/>
                </a:cubicBezTo>
                <a:close/>
                <a:moveTo>
                  <a:pt x="72673" y="63242"/>
                </a:moveTo>
                <a:lnTo>
                  <a:pt x="85044" y="79914"/>
                </a:lnTo>
                <a:cubicBezTo>
                  <a:pt x="87849" y="83708"/>
                  <a:pt x="93219" y="84509"/>
                  <a:pt x="97013" y="81677"/>
                </a:cubicBezTo>
                <a:cubicBezTo>
                  <a:pt x="100807" y="78845"/>
                  <a:pt x="101609" y="73501"/>
                  <a:pt x="98777" y="69708"/>
                </a:cubicBezTo>
                <a:lnTo>
                  <a:pt x="79941" y="44325"/>
                </a:lnTo>
                <a:cubicBezTo>
                  <a:pt x="73208" y="35268"/>
                  <a:pt x="62600" y="29924"/>
                  <a:pt x="51299" y="29924"/>
                </a:cubicBezTo>
                <a:cubicBezTo>
                  <a:pt x="39997" y="29924"/>
                  <a:pt x="29390" y="35268"/>
                  <a:pt x="22657" y="44325"/>
                </a:cubicBezTo>
                <a:lnTo>
                  <a:pt x="3821" y="69708"/>
                </a:lnTo>
                <a:cubicBezTo>
                  <a:pt x="1015" y="73501"/>
                  <a:pt x="1790" y="78845"/>
                  <a:pt x="5584" y="81677"/>
                </a:cubicBezTo>
                <a:cubicBezTo>
                  <a:pt x="9378" y="84509"/>
                  <a:pt x="14722" y="83708"/>
                  <a:pt x="17554" y="79914"/>
                </a:cubicBezTo>
                <a:lnTo>
                  <a:pt x="29924" y="63242"/>
                </a:lnTo>
                <a:lnTo>
                  <a:pt x="29924" y="136797"/>
                </a:lnTo>
                <a:cubicBezTo>
                  <a:pt x="29924" y="141526"/>
                  <a:pt x="33745" y="145346"/>
                  <a:pt x="38474" y="145346"/>
                </a:cubicBezTo>
                <a:cubicBezTo>
                  <a:pt x="43203" y="145346"/>
                  <a:pt x="47024" y="141526"/>
                  <a:pt x="47024" y="136797"/>
                </a:cubicBezTo>
                <a:lnTo>
                  <a:pt x="47024" y="94048"/>
                </a:lnTo>
                <a:cubicBezTo>
                  <a:pt x="47024" y="91696"/>
                  <a:pt x="48948" y="89773"/>
                  <a:pt x="51299" y="89773"/>
                </a:cubicBezTo>
                <a:cubicBezTo>
                  <a:pt x="53650" y="89773"/>
                  <a:pt x="55574" y="91696"/>
                  <a:pt x="55574" y="94048"/>
                </a:cubicBezTo>
                <a:lnTo>
                  <a:pt x="55574" y="136797"/>
                </a:lnTo>
                <a:cubicBezTo>
                  <a:pt x="55574" y="141526"/>
                  <a:pt x="59394" y="145346"/>
                  <a:pt x="64123" y="145346"/>
                </a:cubicBezTo>
                <a:cubicBezTo>
                  <a:pt x="68853" y="145346"/>
                  <a:pt x="72673" y="141526"/>
                  <a:pt x="72673" y="136797"/>
                </a:cubicBezTo>
                <a:lnTo>
                  <a:pt x="72673" y="63242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6" name="Text 34"/>
          <p:cNvSpPr/>
          <p:nvPr/>
        </p:nvSpPr>
        <p:spPr>
          <a:xfrm>
            <a:off x="6949910" y="2701734"/>
            <a:ext cx="4642536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Vücut Pozisyonu Değişimi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49910" y="2906928"/>
            <a:ext cx="4633986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Yere yatma/yığılma pozisyonu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64250" y="3330143"/>
            <a:ext cx="5300870" cy="658334"/>
          </a:xfrm>
          <a:custGeom>
            <a:avLst/>
            <a:gdLst/>
            <a:ahLst/>
            <a:cxnLst/>
            <a:rect l="l" t="t" r="r" b="b"/>
            <a:pathLst>
              <a:path w="5300870" h="658334">
                <a:moveTo>
                  <a:pt x="68401" y="0"/>
                </a:moveTo>
                <a:lnTo>
                  <a:pt x="5232469" y="0"/>
                </a:lnTo>
                <a:cubicBezTo>
                  <a:pt x="5270245" y="0"/>
                  <a:pt x="5300870" y="30624"/>
                  <a:pt x="5300870" y="68401"/>
                </a:cubicBezTo>
                <a:lnTo>
                  <a:pt x="5300870" y="589933"/>
                </a:lnTo>
                <a:cubicBezTo>
                  <a:pt x="5300870" y="627710"/>
                  <a:pt x="5270245" y="658334"/>
                  <a:pt x="5232469" y="658334"/>
                </a:cubicBezTo>
                <a:lnTo>
                  <a:pt x="68401" y="658334"/>
                </a:lnTo>
                <a:cubicBezTo>
                  <a:pt x="30624" y="658334"/>
                  <a:pt x="0" y="627710"/>
                  <a:pt x="0" y="589933"/>
                </a:cubicBezTo>
                <a:lnTo>
                  <a:pt x="0" y="68401"/>
                </a:lnTo>
                <a:cubicBezTo>
                  <a:pt x="0" y="30649"/>
                  <a:pt x="30649" y="0"/>
                  <a:pt x="68401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05321" y="3488314"/>
            <a:ext cx="341992" cy="341992"/>
          </a:xfrm>
          <a:custGeom>
            <a:avLst/>
            <a:gdLst/>
            <a:ahLst/>
            <a:cxnLst/>
            <a:rect l="l" t="t" r="r" b="b"/>
            <a:pathLst>
              <a:path w="341992" h="341992">
                <a:moveTo>
                  <a:pt x="68398" y="0"/>
                </a:moveTo>
                <a:lnTo>
                  <a:pt x="273593" y="0"/>
                </a:lnTo>
                <a:cubicBezTo>
                  <a:pt x="311343" y="0"/>
                  <a:pt x="341992" y="30648"/>
                  <a:pt x="341992" y="68398"/>
                </a:cubicBezTo>
                <a:lnTo>
                  <a:pt x="341992" y="273593"/>
                </a:lnTo>
                <a:cubicBezTo>
                  <a:pt x="341992" y="311343"/>
                  <a:pt x="311343" y="341992"/>
                  <a:pt x="273593" y="341992"/>
                </a:cubicBezTo>
                <a:lnTo>
                  <a:pt x="68398" y="341992"/>
                </a:lnTo>
                <a:cubicBezTo>
                  <a:pt x="30648" y="341992"/>
                  <a:pt x="0" y="311343"/>
                  <a:pt x="0" y="273593"/>
                </a:cubicBezTo>
                <a:lnTo>
                  <a:pt x="0" y="68398"/>
                </a:lnTo>
                <a:cubicBezTo>
                  <a:pt x="0" y="30648"/>
                  <a:pt x="30648" y="0"/>
                  <a:pt x="68398" y="0"/>
                </a:cubicBezTo>
                <a:close/>
              </a:path>
            </a:pathLst>
          </a:custGeom>
          <a:solidFill>
            <a:srgbClr val="22D3EE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607919" y="3590912"/>
            <a:ext cx="136797" cy="136797"/>
          </a:xfrm>
          <a:custGeom>
            <a:avLst/>
            <a:gdLst/>
            <a:ahLst/>
            <a:cxnLst/>
            <a:rect l="l" t="t" r="r" b="b"/>
            <a:pathLst>
              <a:path w="136797" h="136797">
                <a:moveTo>
                  <a:pt x="76948" y="8550"/>
                </a:moveTo>
                <a:cubicBezTo>
                  <a:pt x="76948" y="3821"/>
                  <a:pt x="73127" y="0"/>
                  <a:pt x="68398" y="0"/>
                </a:cubicBezTo>
                <a:cubicBezTo>
                  <a:pt x="63669" y="0"/>
                  <a:pt x="59849" y="3821"/>
                  <a:pt x="59849" y="8550"/>
                </a:cubicBezTo>
                <a:lnTo>
                  <a:pt x="59849" y="64123"/>
                </a:lnTo>
                <a:cubicBezTo>
                  <a:pt x="59849" y="66475"/>
                  <a:pt x="57925" y="68398"/>
                  <a:pt x="55574" y="68398"/>
                </a:cubicBezTo>
                <a:cubicBezTo>
                  <a:pt x="53222" y="68398"/>
                  <a:pt x="51299" y="66475"/>
                  <a:pt x="51299" y="64123"/>
                </a:cubicBezTo>
                <a:lnTo>
                  <a:pt x="51299" y="17100"/>
                </a:lnTo>
                <a:cubicBezTo>
                  <a:pt x="51299" y="12370"/>
                  <a:pt x="47478" y="8550"/>
                  <a:pt x="42749" y="8550"/>
                </a:cubicBezTo>
                <a:cubicBezTo>
                  <a:pt x="38020" y="8550"/>
                  <a:pt x="34199" y="12370"/>
                  <a:pt x="34199" y="17100"/>
                </a:cubicBezTo>
                <a:lnTo>
                  <a:pt x="34199" y="89773"/>
                </a:lnTo>
                <a:cubicBezTo>
                  <a:pt x="34199" y="90174"/>
                  <a:pt x="34199" y="90601"/>
                  <a:pt x="34226" y="91002"/>
                </a:cubicBezTo>
                <a:lnTo>
                  <a:pt x="18061" y="75612"/>
                </a:lnTo>
                <a:cubicBezTo>
                  <a:pt x="13787" y="71551"/>
                  <a:pt x="7027" y="71711"/>
                  <a:pt x="2939" y="75986"/>
                </a:cubicBezTo>
                <a:cubicBezTo>
                  <a:pt x="-1149" y="80261"/>
                  <a:pt x="-962" y="87021"/>
                  <a:pt x="3313" y="91109"/>
                </a:cubicBezTo>
                <a:lnTo>
                  <a:pt x="33344" y="119697"/>
                </a:lnTo>
                <a:cubicBezTo>
                  <a:pt x="44860" y="130678"/>
                  <a:pt x="60169" y="136797"/>
                  <a:pt x="76093" y="136797"/>
                </a:cubicBezTo>
                <a:lnTo>
                  <a:pt x="81223" y="136797"/>
                </a:lnTo>
                <a:cubicBezTo>
                  <a:pt x="107193" y="136797"/>
                  <a:pt x="128247" y="115743"/>
                  <a:pt x="128247" y="89773"/>
                </a:cubicBezTo>
                <a:lnTo>
                  <a:pt x="128247" y="34199"/>
                </a:lnTo>
                <a:cubicBezTo>
                  <a:pt x="128247" y="29470"/>
                  <a:pt x="124426" y="25649"/>
                  <a:pt x="119697" y="25649"/>
                </a:cubicBezTo>
                <a:cubicBezTo>
                  <a:pt x="114968" y="25649"/>
                  <a:pt x="111147" y="29470"/>
                  <a:pt x="111147" y="34199"/>
                </a:cubicBezTo>
                <a:lnTo>
                  <a:pt x="111147" y="64123"/>
                </a:lnTo>
                <a:cubicBezTo>
                  <a:pt x="111147" y="66475"/>
                  <a:pt x="109224" y="68398"/>
                  <a:pt x="106872" y="68398"/>
                </a:cubicBezTo>
                <a:cubicBezTo>
                  <a:pt x="104521" y="68398"/>
                  <a:pt x="102597" y="66475"/>
                  <a:pt x="102597" y="64123"/>
                </a:cubicBezTo>
                <a:lnTo>
                  <a:pt x="102597" y="17100"/>
                </a:lnTo>
                <a:cubicBezTo>
                  <a:pt x="102597" y="12370"/>
                  <a:pt x="98777" y="8550"/>
                  <a:pt x="94048" y="8550"/>
                </a:cubicBezTo>
                <a:cubicBezTo>
                  <a:pt x="89319" y="8550"/>
                  <a:pt x="85498" y="12370"/>
                  <a:pt x="85498" y="17100"/>
                </a:cubicBezTo>
                <a:lnTo>
                  <a:pt x="85498" y="64123"/>
                </a:lnTo>
                <a:cubicBezTo>
                  <a:pt x="85498" y="66475"/>
                  <a:pt x="83574" y="68398"/>
                  <a:pt x="81223" y="68398"/>
                </a:cubicBezTo>
                <a:cubicBezTo>
                  <a:pt x="78872" y="68398"/>
                  <a:pt x="76948" y="66475"/>
                  <a:pt x="76948" y="64123"/>
                </a:cubicBezTo>
                <a:lnTo>
                  <a:pt x="76948" y="8550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41" name="Text 39"/>
          <p:cNvSpPr/>
          <p:nvPr/>
        </p:nvSpPr>
        <p:spPr>
          <a:xfrm>
            <a:off x="6949910" y="3471215"/>
            <a:ext cx="4642536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Kalkma Hareketi Algılanmaması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49910" y="3676410"/>
            <a:ext cx="4633986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Belirli süre hareketsizlik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64250" y="4099624"/>
            <a:ext cx="5300870" cy="658334"/>
          </a:xfrm>
          <a:custGeom>
            <a:avLst/>
            <a:gdLst/>
            <a:ahLst/>
            <a:cxnLst/>
            <a:rect l="l" t="t" r="r" b="b"/>
            <a:pathLst>
              <a:path w="5300870" h="658334">
                <a:moveTo>
                  <a:pt x="68401" y="0"/>
                </a:moveTo>
                <a:lnTo>
                  <a:pt x="5232469" y="0"/>
                </a:lnTo>
                <a:cubicBezTo>
                  <a:pt x="5270245" y="0"/>
                  <a:pt x="5300870" y="30624"/>
                  <a:pt x="5300870" y="68401"/>
                </a:cubicBezTo>
                <a:lnTo>
                  <a:pt x="5300870" y="589933"/>
                </a:lnTo>
                <a:cubicBezTo>
                  <a:pt x="5300870" y="627710"/>
                  <a:pt x="5270245" y="658334"/>
                  <a:pt x="5232469" y="658334"/>
                </a:cubicBezTo>
                <a:lnTo>
                  <a:pt x="68401" y="658334"/>
                </a:lnTo>
                <a:cubicBezTo>
                  <a:pt x="30624" y="658334"/>
                  <a:pt x="0" y="627710"/>
                  <a:pt x="0" y="589933"/>
                </a:cubicBezTo>
                <a:lnTo>
                  <a:pt x="0" y="68401"/>
                </a:lnTo>
                <a:cubicBezTo>
                  <a:pt x="0" y="30649"/>
                  <a:pt x="30649" y="0"/>
                  <a:pt x="68401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05321" y="4257795"/>
            <a:ext cx="341992" cy="341992"/>
          </a:xfrm>
          <a:custGeom>
            <a:avLst/>
            <a:gdLst/>
            <a:ahLst/>
            <a:cxnLst/>
            <a:rect l="l" t="t" r="r" b="b"/>
            <a:pathLst>
              <a:path w="341992" h="341992">
                <a:moveTo>
                  <a:pt x="68398" y="0"/>
                </a:moveTo>
                <a:lnTo>
                  <a:pt x="273593" y="0"/>
                </a:lnTo>
                <a:cubicBezTo>
                  <a:pt x="311343" y="0"/>
                  <a:pt x="341992" y="30648"/>
                  <a:pt x="341992" y="68398"/>
                </a:cubicBezTo>
                <a:lnTo>
                  <a:pt x="341992" y="273593"/>
                </a:lnTo>
                <a:cubicBezTo>
                  <a:pt x="341992" y="311343"/>
                  <a:pt x="311343" y="341992"/>
                  <a:pt x="273593" y="341992"/>
                </a:cubicBezTo>
                <a:lnTo>
                  <a:pt x="68398" y="341992"/>
                </a:lnTo>
                <a:cubicBezTo>
                  <a:pt x="30648" y="341992"/>
                  <a:pt x="0" y="311343"/>
                  <a:pt x="0" y="273593"/>
                </a:cubicBezTo>
                <a:lnTo>
                  <a:pt x="0" y="68398"/>
                </a:lnTo>
                <a:cubicBezTo>
                  <a:pt x="0" y="30648"/>
                  <a:pt x="30648" y="0"/>
                  <a:pt x="68398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607919" y="4360393"/>
            <a:ext cx="136797" cy="136797"/>
          </a:xfrm>
          <a:custGeom>
            <a:avLst/>
            <a:gdLst/>
            <a:ahLst/>
            <a:cxnLst/>
            <a:rect l="l" t="t" r="r" b="b"/>
            <a:pathLst>
              <a:path w="136797" h="136797">
                <a:moveTo>
                  <a:pt x="17100" y="25649"/>
                </a:moveTo>
                <a:cubicBezTo>
                  <a:pt x="17100" y="20920"/>
                  <a:pt x="20920" y="17100"/>
                  <a:pt x="25649" y="17100"/>
                </a:cubicBezTo>
                <a:lnTo>
                  <a:pt x="68398" y="17100"/>
                </a:lnTo>
                <a:cubicBezTo>
                  <a:pt x="73127" y="17100"/>
                  <a:pt x="76948" y="20920"/>
                  <a:pt x="76948" y="25649"/>
                </a:cubicBezTo>
                <a:lnTo>
                  <a:pt x="76948" y="102597"/>
                </a:lnTo>
                <a:lnTo>
                  <a:pt x="102597" y="102597"/>
                </a:lnTo>
                <a:lnTo>
                  <a:pt x="102597" y="68398"/>
                </a:lnTo>
                <a:cubicBezTo>
                  <a:pt x="102597" y="63669"/>
                  <a:pt x="106418" y="59849"/>
                  <a:pt x="111147" y="59849"/>
                </a:cubicBezTo>
                <a:lnTo>
                  <a:pt x="128247" y="59849"/>
                </a:lnTo>
                <a:cubicBezTo>
                  <a:pt x="132976" y="59849"/>
                  <a:pt x="136797" y="63669"/>
                  <a:pt x="136797" y="68398"/>
                </a:cubicBezTo>
                <a:cubicBezTo>
                  <a:pt x="136797" y="73127"/>
                  <a:pt x="132976" y="76948"/>
                  <a:pt x="128247" y="76948"/>
                </a:cubicBezTo>
                <a:lnTo>
                  <a:pt x="119697" y="76948"/>
                </a:lnTo>
                <a:lnTo>
                  <a:pt x="119697" y="111147"/>
                </a:lnTo>
                <a:cubicBezTo>
                  <a:pt x="119697" y="115876"/>
                  <a:pt x="115876" y="119697"/>
                  <a:pt x="111147" y="119697"/>
                </a:cubicBezTo>
                <a:lnTo>
                  <a:pt x="68398" y="119697"/>
                </a:lnTo>
                <a:cubicBezTo>
                  <a:pt x="63669" y="119697"/>
                  <a:pt x="59849" y="115876"/>
                  <a:pt x="59849" y="111147"/>
                </a:cubicBezTo>
                <a:lnTo>
                  <a:pt x="59849" y="34199"/>
                </a:lnTo>
                <a:lnTo>
                  <a:pt x="34199" y="34199"/>
                </a:lnTo>
                <a:lnTo>
                  <a:pt x="34199" y="68398"/>
                </a:lnTo>
                <a:cubicBezTo>
                  <a:pt x="34199" y="73127"/>
                  <a:pt x="30378" y="76948"/>
                  <a:pt x="25649" y="76948"/>
                </a:cubicBezTo>
                <a:lnTo>
                  <a:pt x="8550" y="76948"/>
                </a:lnTo>
                <a:cubicBezTo>
                  <a:pt x="3821" y="76948"/>
                  <a:pt x="0" y="73127"/>
                  <a:pt x="0" y="68398"/>
                </a:cubicBezTo>
                <a:cubicBezTo>
                  <a:pt x="0" y="63669"/>
                  <a:pt x="3821" y="59849"/>
                  <a:pt x="8550" y="59849"/>
                </a:cubicBezTo>
                <a:lnTo>
                  <a:pt x="17100" y="59849"/>
                </a:lnTo>
                <a:lnTo>
                  <a:pt x="17100" y="25649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6" name="Text 44"/>
          <p:cNvSpPr/>
          <p:nvPr/>
        </p:nvSpPr>
        <p:spPr>
          <a:xfrm>
            <a:off x="6949910" y="4240696"/>
            <a:ext cx="4642536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Hareket Paterni Analizi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949910" y="4445891"/>
            <a:ext cx="4633986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Anormal hareket tanıma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84704" y="5082850"/>
            <a:ext cx="2770132" cy="829330"/>
          </a:xfrm>
          <a:custGeom>
            <a:avLst/>
            <a:gdLst/>
            <a:ahLst/>
            <a:cxnLst/>
            <a:rect l="l" t="t" r="r" b="b"/>
            <a:pathLst>
              <a:path w="2770132" h="829330">
                <a:moveTo>
                  <a:pt x="68395" y="0"/>
                </a:moveTo>
                <a:lnTo>
                  <a:pt x="2701737" y="0"/>
                </a:lnTo>
                <a:cubicBezTo>
                  <a:pt x="2739510" y="0"/>
                  <a:pt x="2770132" y="30621"/>
                  <a:pt x="2770132" y="68395"/>
                </a:cubicBezTo>
                <a:lnTo>
                  <a:pt x="2770132" y="760935"/>
                </a:lnTo>
                <a:cubicBezTo>
                  <a:pt x="2770132" y="798708"/>
                  <a:pt x="2739510" y="829330"/>
                  <a:pt x="2701737" y="829330"/>
                </a:cubicBezTo>
                <a:lnTo>
                  <a:pt x="68395" y="829330"/>
                </a:lnTo>
                <a:cubicBezTo>
                  <a:pt x="30621" y="829330"/>
                  <a:pt x="0" y="798708"/>
                  <a:pt x="0" y="760935"/>
                </a:cubicBezTo>
                <a:lnTo>
                  <a:pt x="0" y="68395"/>
                </a:lnTo>
                <a:cubicBezTo>
                  <a:pt x="0" y="30621"/>
                  <a:pt x="30621" y="0"/>
                  <a:pt x="68395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61652" y="5223921"/>
            <a:ext cx="2616236" cy="30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20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&lt;2s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291576" y="5565913"/>
            <a:ext cx="2556387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Tespit Süresi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069724" y="5082850"/>
            <a:ext cx="2770132" cy="829330"/>
          </a:xfrm>
          <a:custGeom>
            <a:avLst/>
            <a:gdLst/>
            <a:ahLst/>
            <a:cxnLst/>
            <a:rect l="l" t="t" r="r" b="b"/>
            <a:pathLst>
              <a:path w="2770132" h="829330">
                <a:moveTo>
                  <a:pt x="68395" y="0"/>
                </a:moveTo>
                <a:lnTo>
                  <a:pt x="2701737" y="0"/>
                </a:lnTo>
                <a:cubicBezTo>
                  <a:pt x="2739510" y="0"/>
                  <a:pt x="2770132" y="30621"/>
                  <a:pt x="2770132" y="68395"/>
                </a:cubicBezTo>
                <a:lnTo>
                  <a:pt x="2770132" y="760935"/>
                </a:lnTo>
                <a:cubicBezTo>
                  <a:pt x="2770132" y="798708"/>
                  <a:pt x="2739510" y="829330"/>
                  <a:pt x="2701737" y="829330"/>
                </a:cubicBezTo>
                <a:lnTo>
                  <a:pt x="68395" y="829330"/>
                </a:lnTo>
                <a:cubicBezTo>
                  <a:pt x="30621" y="829330"/>
                  <a:pt x="0" y="798708"/>
                  <a:pt x="0" y="760935"/>
                </a:cubicBezTo>
                <a:lnTo>
                  <a:pt x="0" y="68395"/>
                </a:lnTo>
                <a:cubicBezTo>
                  <a:pt x="0" y="30621"/>
                  <a:pt x="30621" y="0"/>
                  <a:pt x="68395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46672" y="5223921"/>
            <a:ext cx="2616236" cy="30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2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-50%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176596" y="5565913"/>
            <a:ext cx="2556387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Yanlış Pozitif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184704" y="6023327"/>
            <a:ext cx="2770132" cy="829330"/>
          </a:xfrm>
          <a:custGeom>
            <a:avLst/>
            <a:gdLst/>
            <a:ahLst/>
            <a:cxnLst/>
            <a:rect l="l" t="t" r="r" b="b"/>
            <a:pathLst>
              <a:path w="2770132" h="829330">
                <a:moveTo>
                  <a:pt x="68395" y="0"/>
                </a:moveTo>
                <a:lnTo>
                  <a:pt x="2701737" y="0"/>
                </a:lnTo>
                <a:cubicBezTo>
                  <a:pt x="2739510" y="0"/>
                  <a:pt x="2770132" y="30621"/>
                  <a:pt x="2770132" y="68395"/>
                </a:cubicBezTo>
                <a:lnTo>
                  <a:pt x="2770132" y="760935"/>
                </a:lnTo>
                <a:cubicBezTo>
                  <a:pt x="2770132" y="798708"/>
                  <a:pt x="2739510" y="829330"/>
                  <a:pt x="2701737" y="829330"/>
                </a:cubicBezTo>
                <a:lnTo>
                  <a:pt x="68395" y="829330"/>
                </a:lnTo>
                <a:cubicBezTo>
                  <a:pt x="30621" y="829330"/>
                  <a:pt x="0" y="798708"/>
                  <a:pt x="0" y="760935"/>
                </a:cubicBezTo>
                <a:lnTo>
                  <a:pt x="0" y="68395"/>
                </a:lnTo>
                <a:cubicBezTo>
                  <a:pt x="0" y="30621"/>
                  <a:pt x="30621" y="0"/>
                  <a:pt x="68395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61652" y="6164398"/>
            <a:ext cx="2616236" cy="30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20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+30%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291576" y="6506390"/>
            <a:ext cx="2556387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Kaza Azalması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9069724" y="6023327"/>
            <a:ext cx="2770132" cy="829330"/>
          </a:xfrm>
          <a:custGeom>
            <a:avLst/>
            <a:gdLst/>
            <a:ahLst/>
            <a:cxnLst/>
            <a:rect l="l" t="t" r="r" b="b"/>
            <a:pathLst>
              <a:path w="2770132" h="829330">
                <a:moveTo>
                  <a:pt x="68395" y="0"/>
                </a:moveTo>
                <a:lnTo>
                  <a:pt x="2701737" y="0"/>
                </a:lnTo>
                <a:cubicBezTo>
                  <a:pt x="2739510" y="0"/>
                  <a:pt x="2770132" y="30621"/>
                  <a:pt x="2770132" y="68395"/>
                </a:cubicBezTo>
                <a:lnTo>
                  <a:pt x="2770132" y="760935"/>
                </a:lnTo>
                <a:cubicBezTo>
                  <a:pt x="2770132" y="798708"/>
                  <a:pt x="2739510" y="829330"/>
                  <a:pt x="2701737" y="829330"/>
                </a:cubicBezTo>
                <a:lnTo>
                  <a:pt x="68395" y="829330"/>
                </a:lnTo>
                <a:cubicBezTo>
                  <a:pt x="30621" y="829330"/>
                  <a:pt x="0" y="798708"/>
                  <a:pt x="0" y="760935"/>
                </a:cubicBezTo>
                <a:lnTo>
                  <a:pt x="0" y="68395"/>
                </a:lnTo>
                <a:cubicBezTo>
                  <a:pt x="0" y="30621"/>
                  <a:pt x="30621" y="0"/>
                  <a:pt x="68395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46672" y="6164398"/>
            <a:ext cx="2616236" cy="30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2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24/7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176596" y="6506390"/>
            <a:ext cx="2556387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Kesintisiz İzleme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7491"/>
          </a:xfrm>
          <a:custGeom>
            <a:avLst/>
            <a:gdLst/>
            <a:ahLst/>
            <a:cxnLst/>
            <a:rect l="l" t="t" r="r" b="b"/>
            <a:pathLst>
              <a:path w="12192000" h="6857491">
                <a:moveTo>
                  <a:pt x="0" y="0"/>
                </a:moveTo>
                <a:lnTo>
                  <a:pt x="12192000" y="0"/>
                </a:lnTo>
                <a:lnTo>
                  <a:pt x="12192000" y="6857491"/>
                </a:lnTo>
                <a:lnTo>
                  <a:pt x="0" y="6857491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6366F1">
                  <a:alpha val="3000"/>
                </a:srgbClr>
              </a:gs>
              <a:gs pos="20000">
                <a:srgbClr val="6366F1">
                  <a:alpha val="3000"/>
                </a:srgbClr>
              </a:gs>
              <a:gs pos="33333.333333333336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25772" y="325772"/>
            <a:ext cx="11605611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b="1" spc="103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5772" y="586389"/>
            <a:ext cx="11687054" cy="32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0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Altyapı ve Veri Setleri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5772" y="1009892"/>
            <a:ext cx="781852" cy="32577"/>
          </a:xfrm>
          <a:custGeom>
            <a:avLst/>
            <a:gdLst/>
            <a:ahLst/>
            <a:cxnLst/>
            <a:rect l="l" t="t" r="r" b="b"/>
            <a:pathLst>
              <a:path w="781852" h="32577">
                <a:moveTo>
                  <a:pt x="16289" y="0"/>
                </a:moveTo>
                <a:lnTo>
                  <a:pt x="765563" y="0"/>
                </a:lnTo>
                <a:cubicBezTo>
                  <a:pt x="774559" y="0"/>
                  <a:pt x="781852" y="7293"/>
                  <a:pt x="781852" y="16289"/>
                </a:cubicBezTo>
                <a:lnTo>
                  <a:pt x="781852" y="16289"/>
                </a:lnTo>
                <a:cubicBezTo>
                  <a:pt x="781852" y="25285"/>
                  <a:pt x="774559" y="32577"/>
                  <a:pt x="765563" y="32577"/>
                </a:cubicBezTo>
                <a:lnTo>
                  <a:pt x="16289" y="32577"/>
                </a:lnTo>
                <a:cubicBezTo>
                  <a:pt x="7299" y="32577"/>
                  <a:pt x="0" y="25278"/>
                  <a:pt x="0" y="16289"/>
                </a:cubicBezTo>
                <a:lnTo>
                  <a:pt x="0" y="16289"/>
                </a:lnTo>
                <a:cubicBezTo>
                  <a:pt x="0" y="7299"/>
                  <a:pt x="7299" y="0"/>
                  <a:pt x="16289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/>
              </a:gs>
              <a:gs pos="100000">
                <a:srgbClr val="22D3EE"/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29844" y="1176850"/>
            <a:ext cx="5676569" cy="3477611"/>
          </a:xfrm>
          <a:custGeom>
            <a:avLst/>
            <a:gdLst/>
            <a:ahLst/>
            <a:cxnLst/>
            <a:rect l="l" t="t" r="r" b="b"/>
            <a:pathLst>
              <a:path w="5676569" h="3477611">
                <a:moveTo>
                  <a:pt x="97721" y="0"/>
                </a:moveTo>
                <a:lnTo>
                  <a:pt x="5578848" y="0"/>
                </a:lnTo>
                <a:cubicBezTo>
                  <a:pt x="5632818" y="0"/>
                  <a:pt x="5676569" y="43751"/>
                  <a:pt x="5676569" y="97721"/>
                </a:cubicBezTo>
                <a:lnTo>
                  <a:pt x="5676569" y="3379890"/>
                </a:lnTo>
                <a:cubicBezTo>
                  <a:pt x="5676569" y="3433860"/>
                  <a:pt x="5632818" y="3477611"/>
                  <a:pt x="5578848" y="3477611"/>
                </a:cubicBezTo>
                <a:lnTo>
                  <a:pt x="97721" y="3477611"/>
                </a:lnTo>
                <a:cubicBezTo>
                  <a:pt x="43751" y="3477611"/>
                  <a:pt x="0" y="3433860"/>
                  <a:pt x="0" y="3379890"/>
                </a:cubicBezTo>
                <a:lnTo>
                  <a:pt x="0" y="97721"/>
                </a:lnTo>
                <a:cubicBezTo>
                  <a:pt x="0" y="43787"/>
                  <a:pt x="43787" y="0"/>
                  <a:pt x="97721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7343" y="1376385"/>
            <a:ext cx="142525" cy="162886"/>
          </a:xfrm>
          <a:custGeom>
            <a:avLst/>
            <a:gdLst/>
            <a:ahLst/>
            <a:cxnLst/>
            <a:rect l="l" t="t" r="r" b="b"/>
            <a:pathLst>
              <a:path w="142525" h="162886">
                <a:moveTo>
                  <a:pt x="142525" y="65472"/>
                </a:moveTo>
                <a:cubicBezTo>
                  <a:pt x="137817" y="68590"/>
                  <a:pt x="132408" y="71103"/>
                  <a:pt x="126777" y="73108"/>
                </a:cubicBezTo>
                <a:cubicBezTo>
                  <a:pt x="111825" y="78452"/>
                  <a:pt x="92196" y="81443"/>
                  <a:pt x="71263" y="81443"/>
                </a:cubicBezTo>
                <a:cubicBezTo>
                  <a:pt x="50329" y="81443"/>
                  <a:pt x="30668" y="78421"/>
                  <a:pt x="15748" y="73108"/>
                </a:cubicBezTo>
                <a:cubicBezTo>
                  <a:pt x="10149" y="71103"/>
                  <a:pt x="4708" y="68590"/>
                  <a:pt x="0" y="65472"/>
                </a:cubicBezTo>
                <a:lnTo>
                  <a:pt x="0" y="91623"/>
                </a:lnTo>
                <a:cubicBezTo>
                  <a:pt x="0" y="105685"/>
                  <a:pt x="31909" y="117074"/>
                  <a:pt x="71263" y="117074"/>
                </a:cubicBezTo>
                <a:cubicBezTo>
                  <a:pt x="110616" y="117074"/>
                  <a:pt x="142525" y="105685"/>
                  <a:pt x="142525" y="91623"/>
                </a:cubicBezTo>
                <a:lnTo>
                  <a:pt x="142525" y="65472"/>
                </a:lnTo>
                <a:close/>
                <a:moveTo>
                  <a:pt x="142525" y="40721"/>
                </a:moveTo>
                <a:lnTo>
                  <a:pt x="142525" y="25451"/>
                </a:lnTo>
                <a:cubicBezTo>
                  <a:pt x="142525" y="11389"/>
                  <a:pt x="110616" y="0"/>
                  <a:pt x="71263" y="0"/>
                </a:cubicBezTo>
                <a:cubicBezTo>
                  <a:pt x="31909" y="0"/>
                  <a:pt x="0" y="11389"/>
                  <a:pt x="0" y="25451"/>
                </a:cubicBezTo>
                <a:lnTo>
                  <a:pt x="0" y="40721"/>
                </a:lnTo>
                <a:cubicBezTo>
                  <a:pt x="0" y="54783"/>
                  <a:pt x="31909" y="66172"/>
                  <a:pt x="71263" y="66172"/>
                </a:cubicBezTo>
                <a:cubicBezTo>
                  <a:pt x="110616" y="66172"/>
                  <a:pt x="142525" y="54783"/>
                  <a:pt x="142525" y="40721"/>
                </a:cubicBezTo>
                <a:close/>
                <a:moveTo>
                  <a:pt x="126777" y="124010"/>
                </a:moveTo>
                <a:cubicBezTo>
                  <a:pt x="111857" y="129322"/>
                  <a:pt x="92228" y="132345"/>
                  <a:pt x="71263" y="132345"/>
                </a:cubicBezTo>
                <a:cubicBezTo>
                  <a:pt x="50297" y="132345"/>
                  <a:pt x="30668" y="129322"/>
                  <a:pt x="15748" y="124010"/>
                </a:cubicBezTo>
                <a:cubicBezTo>
                  <a:pt x="10149" y="122005"/>
                  <a:pt x="4708" y="119492"/>
                  <a:pt x="0" y="116374"/>
                </a:cubicBezTo>
                <a:lnTo>
                  <a:pt x="0" y="137435"/>
                </a:lnTo>
                <a:cubicBezTo>
                  <a:pt x="0" y="151496"/>
                  <a:pt x="31909" y="162886"/>
                  <a:pt x="71263" y="162886"/>
                </a:cubicBezTo>
                <a:cubicBezTo>
                  <a:pt x="110616" y="162886"/>
                  <a:pt x="142525" y="151496"/>
                  <a:pt x="142525" y="137435"/>
                </a:cubicBezTo>
                <a:lnTo>
                  <a:pt x="142525" y="116374"/>
                </a:lnTo>
                <a:cubicBezTo>
                  <a:pt x="137817" y="119492"/>
                  <a:pt x="132408" y="122005"/>
                  <a:pt x="126777" y="12401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700409" y="1343808"/>
            <a:ext cx="5220489" cy="228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Roboflow Veri Setleri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0874" y="1706228"/>
            <a:ext cx="5334509" cy="855150"/>
          </a:xfrm>
          <a:custGeom>
            <a:avLst/>
            <a:gdLst/>
            <a:ahLst/>
            <a:cxnLst/>
            <a:rect l="l" t="t" r="r" b="b"/>
            <a:pathLst>
              <a:path w="5334509" h="855150">
                <a:moveTo>
                  <a:pt x="65154" y="0"/>
                </a:moveTo>
                <a:lnTo>
                  <a:pt x="5269355" y="0"/>
                </a:lnTo>
                <a:cubicBezTo>
                  <a:pt x="5305339" y="0"/>
                  <a:pt x="5334509" y="29170"/>
                  <a:pt x="5334509" y="65154"/>
                </a:cubicBezTo>
                <a:lnTo>
                  <a:pt x="5334509" y="789996"/>
                </a:lnTo>
                <a:cubicBezTo>
                  <a:pt x="5334509" y="825980"/>
                  <a:pt x="5305339" y="855150"/>
                  <a:pt x="5269355" y="855150"/>
                </a:cubicBezTo>
                <a:lnTo>
                  <a:pt x="65154" y="855150"/>
                </a:lnTo>
                <a:cubicBezTo>
                  <a:pt x="29194" y="855150"/>
                  <a:pt x="0" y="825956"/>
                  <a:pt x="0" y="789996"/>
                </a:cubicBezTo>
                <a:lnTo>
                  <a:pt x="0" y="65154"/>
                </a:lnTo>
                <a:cubicBezTo>
                  <a:pt x="0" y="29194"/>
                  <a:pt x="29194" y="0"/>
                  <a:pt x="65154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255" y="1856898"/>
            <a:ext cx="325772" cy="325772"/>
          </a:xfrm>
          <a:custGeom>
            <a:avLst/>
            <a:gdLst/>
            <a:ahLst/>
            <a:cxnLst/>
            <a:rect l="l" t="t" r="r" b="b"/>
            <a:pathLst>
              <a:path w="325772" h="325772">
                <a:moveTo>
                  <a:pt x="65154" y="0"/>
                </a:moveTo>
                <a:lnTo>
                  <a:pt x="260617" y="0"/>
                </a:lnTo>
                <a:cubicBezTo>
                  <a:pt x="296601" y="0"/>
                  <a:pt x="325772" y="29171"/>
                  <a:pt x="325772" y="65154"/>
                </a:cubicBezTo>
                <a:lnTo>
                  <a:pt x="325772" y="260617"/>
                </a:lnTo>
                <a:cubicBezTo>
                  <a:pt x="325772" y="296601"/>
                  <a:pt x="296601" y="325772"/>
                  <a:pt x="260617" y="325772"/>
                </a:cubicBezTo>
                <a:lnTo>
                  <a:pt x="65154" y="325772"/>
                </a:lnTo>
                <a:cubicBezTo>
                  <a:pt x="29171" y="325772"/>
                  <a:pt x="0" y="296601"/>
                  <a:pt x="0" y="260617"/>
                </a:cubicBezTo>
                <a:lnTo>
                  <a:pt x="0" y="65154"/>
                </a:lnTo>
                <a:cubicBezTo>
                  <a:pt x="0" y="29195"/>
                  <a:pt x="29195" y="0"/>
                  <a:pt x="65154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24842" y="1954629"/>
            <a:ext cx="146597" cy="130309"/>
          </a:xfrm>
          <a:custGeom>
            <a:avLst/>
            <a:gdLst/>
            <a:ahLst/>
            <a:cxnLst/>
            <a:rect l="l" t="t" r="r" b="b"/>
            <a:pathLst>
              <a:path w="146597" h="130309">
                <a:moveTo>
                  <a:pt x="89587" y="67190"/>
                </a:moveTo>
                <a:lnTo>
                  <a:pt x="89587" y="16289"/>
                </a:lnTo>
                <a:cubicBezTo>
                  <a:pt x="89587" y="11784"/>
                  <a:pt x="85948" y="8144"/>
                  <a:pt x="81443" y="8144"/>
                </a:cubicBezTo>
                <a:lnTo>
                  <a:pt x="65154" y="8144"/>
                </a:lnTo>
                <a:cubicBezTo>
                  <a:pt x="60649" y="8144"/>
                  <a:pt x="57010" y="11784"/>
                  <a:pt x="57010" y="16289"/>
                </a:cubicBezTo>
                <a:lnTo>
                  <a:pt x="57010" y="67190"/>
                </a:lnTo>
                <a:cubicBezTo>
                  <a:pt x="57010" y="70575"/>
                  <a:pt x="54287" y="73299"/>
                  <a:pt x="50902" y="73299"/>
                </a:cubicBezTo>
                <a:cubicBezTo>
                  <a:pt x="47517" y="73299"/>
                  <a:pt x="44794" y="70575"/>
                  <a:pt x="44794" y="67190"/>
                </a:cubicBezTo>
                <a:lnTo>
                  <a:pt x="44794" y="19877"/>
                </a:lnTo>
                <a:cubicBezTo>
                  <a:pt x="22906" y="27945"/>
                  <a:pt x="8144" y="48815"/>
                  <a:pt x="8144" y="73299"/>
                </a:cubicBezTo>
                <a:lnTo>
                  <a:pt x="8144" y="89587"/>
                </a:lnTo>
                <a:lnTo>
                  <a:pt x="138453" y="89587"/>
                </a:lnTo>
                <a:lnTo>
                  <a:pt x="138453" y="73299"/>
                </a:lnTo>
                <a:cubicBezTo>
                  <a:pt x="138198" y="49069"/>
                  <a:pt x="123590" y="28072"/>
                  <a:pt x="101804" y="19903"/>
                </a:cubicBezTo>
                <a:lnTo>
                  <a:pt x="101804" y="67190"/>
                </a:lnTo>
                <a:cubicBezTo>
                  <a:pt x="101804" y="70575"/>
                  <a:pt x="99080" y="73299"/>
                  <a:pt x="95695" y="73299"/>
                </a:cubicBezTo>
                <a:cubicBezTo>
                  <a:pt x="92310" y="73299"/>
                  <a:pt x="89587" y="70575"/>
                  <a:pt x="89587" y="67190"/>
                </a:cubicBezTo>
                <a:close/>
                <a:moveTo>
                  <a:pt x="10180" y="101804"/>
                </a:moveTo>
                <a:cubicBezTo>
                  <a:pt x="4556" y="101804"/>
                  <a:pt x="0" y="106359"/>
                  <a:pt x="0" y="111984"/>
                </a:cubicBezTo>
                <a:cubicBezTo>
                  <a:pt x="0" y="117609"/>
                  <a:pt x="4556" y="122164"/>
                  <a:pt x="10180" y="122164"/>
                </a:cubicBezTo>
                <a:lnTo>
                  <a:pt x="136417" y="122164"/>
                </a:lnTo>
                <a:cubicBezTo>
                  <a:pt x="142041" y="122164"/>
                  <a:pt x="146597" y="117609"/>
                  <a:pt x="146597" y="111984"/>
                </a:cubicBezTo>
                <a:cubicBezTo>
                  <a:pt x="146597" y="106359"/>
                  <a:pt x="142041" y="101804"/>
                  <a:pt x="136417" y="101804"/>
                </a:cubicBezTo>
                <a:lnTo>
                  <a:pt x="10180" y="101804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1058758" y="1840609"/>
            <a:ext cx="1360096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PPE Detection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8758" y="2036072"/>
            <a:ext cx="1351952" cy="162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Kişisel Koruyucu Donanım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2099" y="1889475"/>
            <a:ext cx="781852" cy="260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9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21,750+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255" y="2264112"/>
            <a:ext cx="5122758" cy="162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Anotasyonlu görüntü • 4 sınıf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0874" y="2667255"/>
            <a:ext cx="5334509" cy="855150"/>
          </a:xfrm>
          <a:custGeom>
            <a:avLst/>
            <a:gdLst/>
            <a:ahLst/>
            <a:cxnLst/>
            <a:rect l="l" t="t" r="r" b="b"/>
            <a:pathLst>
              <a:path w="5334509" h="855150">
                <a:moveTo>
                  <a:pt x="65154" y="0"/>
                </a:moveTo>
                <a:lnTo>
                  <a:pt x="5269355" y="0"/>
                </a:lnTo>
                <a:cubicBezTo>
                  <a:pt x="5305339" y="0"/>
                  <a:pt x="5334509" y="29170"/>
                  <a:pt x="5334509" y="65154"/>
                </a:cubicBezTo>
                <a:lnTo>
                  <a:pt x="5334509" y="789996"/>
                </a:lnTo>
                <a:cubicBezTo>
                  <a:pt x="5334509" y="825980"/>
                  <a:pt x="5305339" y="855150"/>
                  <a:pt x="5269355" y="855150"/>
                </a:cubicBezTo>
                <a:lnTo>
                  <a:pt x="65154" y="855150"/>
                </a:lnTo>
                <a:cubicBezTo>
                  <a:pt x="29194" y="855150"/>
                  <a:pt x="0" y="825956"/>
                  <a:pt x="0" y="789996"/>
                </a:cubicBezTo>
                <a:lnTo>
                  <a:pt x="0" y="65154"/>
                </a:lnTo>
                <a:cubicBezTo>
                  <a:pt x="0" y="29194"/>
                  <a:pt x="29194" y="0"/>
                  <a:pt x="65154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255" y="2817924"/>
            <a:ext cx="325772" cy="325772"/>
          </a:xfrm>
          <a:custGeom>
            <a:avLst/>
            <a:gdLst/>
            <a:ahLst/>
            <a:cxnLst/>
            <a:rect l="l" t="t" r="r" b="b"/>
            <a:pathLst>
              <a:path w="325772" h="325772">
                <a:moveTo>
                  <a:pt x="65154" y="0"/>
                </a:moveTo>
                <a:lnTo>
                  <a:pt x="260617" y="0"/>
                </a:lnTo>
                <a:cubicBezTo>
                  <a:pt x="296601" y="0"/>
                  <a:pt x="325772" y="29171"/>
                  <a:pt x="325772" y="65154"/>
                </a:cubicBezTo>
                <a:lnTo>
                  <a:pt x="325772" y="260617"/>
                </a:lnTo>
                <a:cubicBezTo>
                  <a:pt x="325772" y="296601"/>
                  <a:pt x="296601" y="325772"/>
                  <a:pt x="260617" y="325772"/>
                </a:cubicBezTo>
                <a:lnTo>
                  <a:pt x="65154" y="325772"/>
                </a:lnTo>
                <a:cubicBezTo>
                  <a:pt x="29171" y="325772"/>
                  <a:pt x="0" y="296601"/>
                  <a:pt x="0" y="260617"/>
                </a:cubicBezTo>
                <a:lnTo>
                  <a:pt x="0" y="65154"/>
                </a:lnTo>
                <a:cubicBezTo>
                  <a:pt x="0" y="29195"/>
                  <a:pt x="29195" y="0"/>
                  <a:pt x="65154" y="0"/>
                </a:cubicBezTo>
                <a:close/>
              </a:path>
            </a:pathLst>
          </a:custGeom>
          <a:solidFill>
            <a:srgbClr val="22D3EE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24842" y="2915655"/>
            <a:ext cx="146597" cy="130309"/>
          </a:xfrm>
          <a:custGeom>
            <a:avLst/>
            <a:gdLst/>
            <a:ahLst/>
            <a:cxnLst/>
            <a:rect l="l" t="t" r="r" b="b"/>
            <a:pathLst>
              <a:path w="146597" h="130309">
                <a:moveTo>
                  <a:pt x="89587" y="67190"/>
                </a:moveTo>
                <a:lnTo>
                  <a:pt x="89587" y="16289"/>
                </a:lnTo>
                <a:cubicBezTo>
                  <a:pt x="89587" y="11784"/>
                  <a:pt x="85948" y="8144"/>
                  <a:pt x="81443" y="8144"/>
                </a:cubicBezTo>
                <a:lnTo>
                  <a:pt x="65154" y="8144"/>
                </a:lnTo>
                <a:cubicBezTo>
                  <a:pt x="60649" y="8144"/>
                  <a:pt x="57010" y="11784"/>
                  <a:pt x="57010" y="16289"/>
                </a:cubicBezTo>
                <a:lnTo>
                  <a:pt x="57010" y="67190"/>
                </a:lnTo>
                <a:cubicBezTo>
                  <a:pt x="57010" y="70575"/>
                  <a:pt x="54287" y="73299"/>
                  <a:pt x="50902" y="73299"/>
                </a:cubicBezTo>
                <a:cubicBezTo>
                  <a:pt x="47517" y="73299"/>
                  <a:pt x="44794" y="70575"/>
                  <a:pt x="44794" y="67190"/>
                </a:cubicBezTo>
                <a:lnTo>
                  <a:pt x="44794" y="19877"/>
                </a:lnTo>
                <a:cubicBezTo>
                  <a:pt x="22906" y="27945"/>
                  <a:pt x="8144" y="48815"/>
                  <a:pt x="8144" y="73299"/>
                </a:cubicBezTo>
                <a:lnTo>
                  <a:pt x="8144" y="89587"/>
                </a:lnTo>
                <a:lnTo>
                  <a:pt x="138453" y="89587"/>
                </a:lnTo>
                <a:lnTo>
                  <a:pt x="138453" y="73299"/>
                </a:lnTo>
                <a:cubicBezTo>
                  <a:pt x="138198" y="49069"/>
                  <a:pt x="123590" y="28072"/>
                  <a:pt x="101804" y="19903"/>
                </a:cubicBezTo>
                <a:lnTo>
                  <a:pt x="101804" y="67190"/>
                </a:lnTo>
                <a:cubicBezTo>
                  <a:pt x="101804" y="70575"/>
                  <a:pt x="99080" y="73299"/>
                  <a:pt x="95695" y="73299"/>
                </a:cubicBezTo>
                <a:cubicBezTo>
                  <a:pt x="92310" y="73299"/>
                  <a:pt x="89587" y="70575"/>
                  <a:pt x="89587" y="67190"/>
                </a:cubicBezTo>
                <a:close/>
                <a:moveTo>
                  <a:pt x="10180" y="101804"/>
                </a:moveTo>
                <a:cubicBezTo>
                  <a:pt x="4556" y="101804"/>
                  <a:pt x="0" y="106359"/>
                  <a:pt x="0" y="111984"/>
                </a:cubicBezTo>
                <a:cubicBezTo>
                  <a:pt x="0" y="117609"/>
                  <a:pt x="4556" y="122164"/>
                  <a:pt x="10180" y="122164"/>
                </a:cubicBezTo>
                <a:lnTo>
                  <a:pt x="136417" y="122164"/>
                </a:lnTo>
                <a:cubicBezTo>
                  <a:pt x="142041" y="122164"/>
                  <a:pt x="146597" y="117609"/>
                  <a:pt x="146597" y="111984"/>
                </a:cubicBezTo>
                <a:cubicBezTo>
                  <a:pt x="146597" y="106359"/>
                  <a:pt x="142041" y="101804"/>
                  <a:pt x="136417" y="101804"/>
                </a:cubicBezTo>
                <a:lnTo>
                  <a:pt x="10180" y="101804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1058758" y="2801635"/>
            <a:ext cx="1115768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Hardhat Detection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58758" y="2997098"/>
            <a:ext cx="1107623" cy="162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Baret Tespiti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86341" y="2850501"/>
            <a:ext cx="814429" cy="260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9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15,000+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5255" y="3225138"/>
            <a:ext cx="5122758" cy="162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Endüstriyel ortam görüntüleri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0874" y="3628281"/>
            <a:ext cx="5334509" cy="855150"/>
          </a:xfrm>
          <a:custGeom>
            <a:avLst/>
            <a:gdLst/>
            <a:ahLst/>
            <a:cxnLst/>
            <a:rect l="l" t="t" r="r" b="b"/>
            <a:pathLst>
              <a:path w="5334509" h="855150">
                <a:moveTo>
                  <a:pt x="65154" y="0"/>
                </a:moveTo>
                <a:lnTo>
                  <a:pt x="5269355" y="0"/>
                </a:lnTo>
                <a:cubicBezTo>
                  <a:pt x="5305339" y="0"/>
                  <a:pt x="5334509" y="29170"/>
                  <a:pt x="5334509" y="65154"/>
                </a:cubicBezTo>
                <a:lnTo>
                  <a:pt x="5334509" y="789996"/>
                </a:lnTo>
                <a:cubicBezTo>
                  <a:pt x="5334509" y="825980"/>
                  <a:pt x="5305339" y="855150"/>
                  <a:pt x="5269355" y="855150"/>
                </a:cubicBezTo>
                <a:lnTo>
                  <a:pt x="65154" y="855150"/>
                </a:lnTo>
                <a:cubicBezTo>
                  <a:pt x="29194" y="855150"/>
                  <a:pt x="0" y="825956"/>
                  <a:pt x="0" y="789996"/>
                </a:cubicBezTo>
                <a:lnTo>
                  <a:pt x="0" y="65154"/>
                </a:lnTo>
                <a:cubicBezTo>
                  <a:pt x="0" y="29194"/>
                  <a:pt x="29194" y="0"/>
                  <a:pt x="65154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255" y="3778950"/>
            <a:ext cx="325772" cy="325772"/>
          </a:xfrm>
          <a:custGeom>
            <a:avLst/>
            <a:gdLst/>
            <a:ahLst/>
            <a:cxnLst/>
            <a:rect l="l" t="t" r="r" b="b"/>
            <a:pathLst>
              <a:path w="325772" h="325772">
                <a:moveTo>
                  <a:pt x="65154" y="0"/>
                </a:moveTo>
                <a:lnTo>
                  <a:pt x="260617" y="0"/>
                </a:lnTo>
                <a:cubicBezTo>
                  <a:pt x="296601" y="0"/>
                  <a:pt x="325772" y="29171"/>
                  <a:pt x="325772" y="65154"/>
                </a:cubicBezTo>
                <a:lnTo>
                  <a:pt x="325772" y="260617"/>
                </a:lnTo>
                <a:cubicBezTo>
                  <a:pt x="325772" y="296601"/>
                  <a:pt x="296601" y="325772"/>
                  <a:pt x="260617" y="325772"/>
                </a:cubicBezTo>
                <a:lnTo>
                  <a:pt x="65154" y="325772"/>
                </a:lnTo>
                <a:cubicBezTo>
                  <a:pt x="29171" y="325772"/>
                  <a:pt x="0" y="296601"/>
                  <a:pt x="0" y="260617"/>
                </a:cubicBezTo>
                <a:lnTo>
                  <a:pt x="0" y="65154"/>
                </a:lnTo>
                <a:cubicBezTo>
                  <a:pt x="0" y="29195"/>
                  <a:pt x="29195" y="0"/>
                  <a:pt x="65154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32986" y="3876681"/>
            <a:ext cx="130309" cy="130309"/>
          </a:xfrm>
          <a:custGeom>
            <a:avLst/>
            <a:gdLst/>
            <a:ahLst/>
            <a:cxnLst/>
            <a:rect l="l" t="t" r="r" b="b"/>
            <a:pathLst>
              <a:path w="130309" h="130309">
                <a:moveTo>
                  <a:pt x="81443" y="8144"/>
                </a:moveTo>
                <a:cubicBezTo>
                  <a:pt x="81443" y="3639"/>
                  <a:pt x="77803" y="0"/>
                  <a:pt x="73299" y="0"/>
                </a:cubicBezTo>
                <a:cubicBezTo>
                  <a:pt x="68794" y="0"/>
                  <a:pt x="65154" y="3639"/>
                  <a:pt x="65154" y="8144"/>
                </a:cubicBezTo>
                <a:lnTo>
                  <a:pt x="65154" y="9519"/>
                </a:lnTo>
                <a:cubicBezTo>
                  <a:pt x="65154" y="20972"/>
                  <a:pt x="59148" y="31559"/>
                  <a:pt x="49349" y="37464"/>
                </a:cubicBezTo>
                <a:lnTo>
                  <a:pt x="48179" y="38176"/>
                </a:lnTo>
                <a:cubicBezTo>
                  <a:pt x="33442" y="47008"/>
                  <a:pt x="24433" y="62889"/>
                  <a:pt x="24433" y="80069"/>
                </a:cubicBezTo>
                <a:lnTo>
                  <a:pt x="24433" y="97731"/>
                </a:lnTo>
                <a:cubicBezTo>
                  <a:pt x="24433" y="102236"/>
                  <a:pt x="28072" y="105876"/>
                  <a:pt x="32577" y="105876"/>
                </a:cubicBezTo>
                <a:cubicBezTo>
                  <a:pt x="37082" y="105876"/>
                  <a:pt x="40721" y="102236"/>
                  <a:pt x="40721" y="97731"/>
                </a:cubicBezTo>
                <a:lnTo>
                  <a:pt x="40721" y="80069"/>
                </a:lnTo>
                <a:cubicBezTo>
                  <a:pt x="40721" y="75818"/>
                  <a:pt x="41561" y="71670"/>
                  <a:pt x="43114" y="67852"/>
                </a:cubicBezTo>
                <a:lnTo>
                  <a:pt x="91420" y="127305"/>
                </a:lnTo>
                <a:cubicBezTo>
                  <a:pt x="94245" y="130792"/>
                  <a:pt x="99386" y="131327"/>
                  <a:pt x="102873" y="128502"/>
                </a:cubicBezTo>
                <a:cubicBezTo>
                  <a:pt x="106359" y="125677"/>
                  <a:pt x="106894" y="120535"/>
                  <a:pt x="104069" y="117049"/>
                </a:cubicBezTo>
                <a:lnTo>
                  <a:pt x="75131" y="81443"/>
                </a:lnTo>
                <a:lnTo>
                  <a:pt x="101804" y="81443"/>
                </a:lnTo>
                <a:lnTo>
                  <a:pt x="111577" y="94474"/>
                </a:lnTo>
                <a:cubicBezTo>
                  <a:pt x="114275" y="98062"/>
                  <a:pt x="119390" y="98800"/>
                  <a:pt x="122979" y="96103"/>
                </a:cubicBezTo>
                <a:cubicBezTo>
                  <a:pt x="126567" y="93405"/>
                  <a:pt x="127305" y="88289"/>
                  <a:pt x="124608" y="84701"/>
                </a:cubicBezTo>
                <a:lnTo>
                  <a:pt x="113613" y="70041"/>
                </a:lnTo>
                <a:cubicBezTo>
                  <a:pt x="111297" y="66961"/>
                  <a:pt x="107683" y="65154"/>
                  <a:pt x="103840" y="65154"/>
                </a:cubicBezTo>
                <a:lnTo>
                  <a:pt x="81188" y="65154"/>
                </a:lnTo>
                <a:lnTo>
                  <a:pt x="65180" y="45939"/>
                </a:lnTo>
                <a:cubicBezTo>
                  <a:pt x="75436" y="36777"/>
                  <a:pt x="81443" y="23568"/>
                  <a:pt x="81443" y="9519"/>
                </a:cubicBezTo>
                <a:lnTo>
                  <a:pt x="81443" y="8144"/>
                </a:lnTo>
                <a:close/>
                <a:moveTo>
                  <a:pt x="26469" y="36649"/>
                </a:moveTo>
                <a:cubicBezTo>
                  <a:pt x="34335" y="36649"/>
                  <a:pt x="40721" y="30263"/>
                  <a:pt x="40721" y="22397"/>
                </a:cubicBezTo>
                <a:cubicBezTo>
                  <a:pt x="40721" y="14531"/>
                  <a:pt x="34335" y="8144"/>
                  <a:pt x="26469" y="8144"/>
                </a:cubicBezTo>
                <a:cubicBezTo>
                  <a:pt x="18603" y="8144"/>
                  <a:pt x="12216" y="14531"/>
                  <a:pt x="12216" y="22397"/>
                </a:cubicBezTo>
                <a:cubicBezTo>
                  <a:pt x="12216" y="30263"/>
                  <a:pt x="18603" y="36649"/>
                  <a:pt x="26469" y="3664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1058758" y="3762661"/>
            <a:ext cx="855150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Fall Detection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58758" y="3958124"/>
            <a:ext cx="847006" cy="162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Düşme Tespiti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69311" y="3811527"/>
            <a:ext cx="732986" cy="260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9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8,500+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5255" y="4186164"/>
            <a:ext cx="5122758" cy="162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Düşme senaryoları ve pozlar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29844" y="4792914"/>
            <a:ext cx="5676569" cy="2060505"/>
          </a:xfrm>
          <a:custGeom>
            <a:avLst/>
            <a:gdLst/>
            <a:ahLst/>
            <a:cxnLst/>
            <a:rect l="l" t="t" r="r" b="b"/>
            <a:pathLst>
              <a:path w="5676569" h="2060505">
                <a:moveTo>
                  <a:pt x="97730" y="0"/>
                </a:moveTo>
                <a:lnTo>
                  <a:pt x="5578839" y="0"/>
                </a:lnTo>
                <a:cubicBezTo>
                  <a:pt x="5632814" y="0"/>
                  <a:pt x="5676569" y="43755"/>
                  <a:pt x="5676569" y="97730"/>
                </a:cubicBezTo>
                <a:lnTo>
                  <a:pt x="5676569" y="1962775"/>
                </a:lnTo>
                <a:cubicBezTo>
                  <a:pt x="5676569" y="2016750"/>
                  <a:pt x="5632814" y="2060505"/>
                  <a:pt x="5578839" y="2060505"/>
                </a:cubicBezTo>
                <a:lnTo>
                  <a:pt x="97730" y="2060505"/>
                </a:lnTo>
                <a:cubicBezTo>
                  <a:pt x="43755" y="2060505"/>
                  <a:pt x="0" y="2016750"/>
                  <a:pt x="0" y="1962775"/>
                </a:cubicBezTo>
                <a:lnTo>
                  <a:pt x="0" y="97730"/>
                </a:lnTo>
                <a:cubicBezTo>
                  <a:pt x="0" y="43791"/>
                  <a:pt x="43791" y="0"/>
                  <a:pt x="9773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585" y="4968016"/>
            <a:ext cx="146597" cy="146597"/>
          </a:xfrm>
          <a:custGeom>
            <a:avLst/>
            <a:gdLst/>
            <a:ahLst/>
            <a:cxnLst/>
            <a:rect l="l" t="t" r="r" b="b"/>
            <a:pathLst>
              <a:path w="146597" h="146597">
                <a:moveTo>
                  <a:pt x="66570" y="1489"/>
                </a:moveTo>
                <a:cubicBezTo>
                  <a:pt x="70836" y="-487"/>
                  <a:pt x="75761" y="-487"/>
                  <a:pt x="80027" y="1489"/>
                </a:cubicBezTo>
                <a:lnTo>
                  <a:pt x="142617" y="30407"/>
                </a:lnTo>
                <a:cubicBezTo>
                  <a:pt x="145051" y="31524"/>
                  <a:pt x="146597" y="33958"/>
                  <a:pt x="146597" y="36649"/>
                </a:cubicBezTo>
                <a:cubicBezTo>
                  <a:pt x="146597" y="39341"/>
                  <a:pt x="145051" y="41774"/>
                  <a:pt x="142617" y="42891"/>
                </a:cubicBezTo>
                <a:lnTo>
                  <a:pt x="80027" y="71810"/>
                </a:lnTo>
                <a:cubicBezTo>
                  <a:pt x="75761" y="73785"/>
                  <a:pt x="70836" y="73785"/>
                  <a:pt x="66570" y="71810"/>
                </a:cubicBezTo>
                <a:lnTo>
                  <a:pt x="3980" y="42891"/>
                </a:lnTo>
                <a:cubicBezTo>
                  <a:pt x="1546" y="41746"/>
                  <a:pt x="0" y="39312"/>
                  <a:pt x="0" y="36649"/>
                </a:cubicBezTo>
                <a:cubicBezTo>
                  <a:pt x="0" y="33986"/>
                  <a:pt x="1546" y="31524"/>
                  <a:pt x="3980" y="30407"/>
                </a:cubicBezTo>
                <a:lnTo>
                  <a:pt x="66570" y="1489"/>
                </a:lnTo>
                <a:close/>
                <a:moveTo>
                  <a:pt x="13772" y="62533"/>
                </a:moveTo>
                <a:lnTo>
                  <a:pt x="60815" y="84265"/>
                </a:lnTo>
                <a:cubicBezTo>
                  <a:pt x="68746" y="87930"/>
                  <a:pt x="77880" y="87930"/>
                  <a:pt x="85811" y="84265"/>
                </a:cubicBezTo>
                <a:lnTo>
                  <a:pt x="132854" y="62533"/>
                </a:lnTo>
                <a:lnTo>
                  <a:pt x="142617" y="67057"/>
                </a:lnTo>
                <a:cubicBezTo>
                  <a:pt x="145051" y="68173"/>
                  <a:pt x="146597" y="70607"/>
                  <a:pt x="146597" y="73299"/>
                </a:cubicBezTo>
                <a:cubicBezTo>
                  <a:pt x="146597" y="75990"/>
                  <a:pt x="145051" y="78424"/>
                  <a:pt x="142617" y="79540"/>
                </a:cubicBezTo>
                <a:lnTo>
                  <a:pt x="80027" y="108459"/>
                </a:lnTo>
                <a:cubicBezTo>
                  <a:pt x="75761" y="110435"/>
                  <a:pt x="70836" y="110435"/>
                  <a:pt x="66570" y="108459"/>
                </a:cubicBezTo>
                <a:lnTo>
                  <a:pt x="3980" y="79540"/>
                </a:lnTo>
                <a:cubicBezTo>
                  <a:pt x="1546" y="78395"/>
                  <a:pt x="0" y="75961"/>
                  <a:pt x="0" y="73299"/>
                </a:cubicBezTo>
                <a:cubicBezTo>
                  <a:pt x="0" y="70636"/>
                  <a:pt x="1546" y="68173"/>
                  <a:pt x="3980" y="67057"/>
                </a:cubicBezTo>
                <a:lnTo>
                  <a:pt x="13743" y="62533"/>
                </a:lnTo>
                <a:close/>
                <a:moveTo>
                  <a:pt x="3980" y="103706"/>
                </a:moveTo>
                <a:lnTo>
                  <a:pt x="13743" y="99182"/>
                </a:lnTo>
                <a:lnTo>
                  <a:pt x="60786" y="120914"/>
                </a:lnTo>
                <a:cubicBezTo>
                  <a:pt x="68717" y="124579"/>
                  <a:pt x="77851" y="124579"/>
                  <a:pt x="85782" y="120914"/>
                </a:cubicBezTo>
                <a:lnTo>
                  <a:pt x="132825" y="99182"/>
                </a:lnTo>
                <a:lnTo>
                  <a:pt x="142589" y="103706"/>
                </a:lnTo>
                <a:cubicBezTo>
                  <a:pt x="145022" y="104823"/>
                  <a:pt x="146569" y="107256"/>
                  <a:pt x="146569" y="109948"/>
                </a:cubicBezTo>
                <a:cubicBezTo>
                  <a:pt x="146569" y="112639"/>
                  <a:pt x="145022" y="115073"/>
                  <a:pt x="142589" y="116190"/>
                </a:cubicBezTo>
                <a:lnTo>
                  <a:pt x="79999" y="145108"/>
                </a:lnTo>
                <a:cubicBezTo>
                  <a:pt x="75732" y="147084"/>
                  <a:pt x="70808" y="147084"/>
                  <a:pt x="66541" y="145108"/>
                </a:cubicBezTo>
                <a:lnTo>
                  <a:pt x="3980" y="116190"/>
                </a:lnTo>
                <a:cubicBezTo>
                  <a:pt x="1546" y="115044"/>
                  <a:pt x="0" y="112611"/>
                  <a:pt x="0" y="109948"/>
                </a:cubicBezTo>
                <a:cubicBezTo>
                  <a:pt x="0" y="107285"/>
                  <a:pt x="1546" y="104823"/>
                  <a:pt x="3980" y="103706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32" name="Text 30"/>
          <p:cNvSpPr/>
          <p:nvPr/>
        </p:nvSpPr>
        <p:spPr>
          <a:xfrm>
            <a:off x="651543" y="4927295"/>
            <a:ext cx="5293788" cy="228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Veri Çeşitliliği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68297" y="5257138"/>
            <a:ext cx="2663182" cy="692265"/>
          </a:xfrm>
          <a:custGeom>
            <a:avLst/>
            <a:gdLst/>
            <a:ahLst/>
            <a:cxnLst/>
            <a:rect l="l" t="t" r="r" b="b"/>
            <a:pathLst>
              <a:path w="2663182" h="692265">
                <a:moveTo>
                  <a:pt x="65156" y="0"/>
                </a:moveTo>
                <a:lnTo>
                  <a:pt x="2598026" y="0"/>
                </a:lnTo>
                <a:cubicBezTo>
                  <a:pt x="2634011" y="0"/>
                  <a:pt x="2663182" y="29171"/>
                  <a:pt x="2663182" y="65156"/>
                </a:cubicBezTo>
                <a:lnTo>
                  <a:pt x="2663182" y="627109"/>
                </a:lnTo>
                <a:cubicBezTo>
                  <a:pt x="2663182" y="663093"/>
                  <a:pt x="2634011" y="692265"/>
                  <a:pt x="2598026" y="692265"/>
                </a:cubicBezTo>
                <a:lnTo>
                  <a:pt x="65156" y="692265"/>
                </a:lnTo>
                <a:cubicBezTo>
                  <a:pt x="29171" y="692265"/>
                  <a:pt x="0" y="663093"/>
                  <a:pt x="0" y="627109"/>
                </a:cubicBezTo>
                <a:lnTo>
                  <a:pt x="0" y="65156"/>
                </a:lnTo>
                <a:cubicBezTo>
                  <a:pt x="0" y="29171"/>
                  <a:pt x="29171" y="0"/>
                  <a:pt x="65156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09155" y="5358942"/>
            <a:ext cx="183246" cy="162886"/>
          </a:xfrm>
          <a:custGeom>
            <a:avLst/>
            <a:gdLst/>
            <a:ahLst/>
            <a:cxnLst/>
            <a:rect l="l" t="t" r="r" b="b"/>
            <a:pathLst>
              <a:path w="183246" h="162886">
                <a:moveTo>
                  <a:pt x="56692" y="-3213"/>
                </a:moveTo>
                <a:cubicBezTo>
                  <a:pt x="59046" y="-4199"/>
                  <a:pt x="61718" y="-3913"/>
                  <a:pt x="63850" y="-2513"/>
                </a:cubicBezTo>
                <a:lnTo>
                  <a:pt x="91782" y="16002"/>
                </a:lnTo>
                <a:lnTo>
                  <a:pt x="119715" y="-2513"/>
                </a:lnTo>
                <a:cubicBezTo>
                  <a:pt x="121846" y="-3913"/>
                  <a:pt x="124519" y="-4168"/>
                  <a:pt x="126873" y="-3213"/>
                </a:cubicBezTo>
                <a:cubicBezTo>
                  <a:pt x="129227" y="-2259"/>
                  <a:pt x="130881" y="-159"/>
                  <a:pt x="131390" y="2322"/>
                </a:cubicBezTo>
                <a:lnTo>
                  <a:pt x="138039" y="35154"/>
                </a:lnTo>
                <a:lnTo>
                  <a:pt x="170871" y="41803"/>
                </a:lnTo>
                <a:cubicBezTo>
                  <a:pt x="173352" y="42312"/>
                  <a:pt x="175452" y="44030"/>
                  <a:pt x="176407" y="46352"/>
                </a:cubicBezTo>
                <a:cubicBezTo>
                  <a:pt x="177361" y="48675"/>
                  <a:pt x="177106" y="51379"/>
                  <a:pt x="175707" y="53511"/>
                </a:cubicBezTo>
                <a:lnTo>
                  <a:pt x="157191" y="81443"/>
                </a:lnTo>
                <a:lnTo>
                  <a:pt x="175707" y="109375"/>
                </a:lnTo>
                <a:cubicBezTo>
                  <a:pt x="177106" y="111507"/>
                  <a:pt x="177361" y="114179"/>
                  <a:pt x="176407" y="116533"/>
                </a:cubicBezTo>
                <a:cubicBezTo>
                  <a:pt x="175452" y="118888"/>
                  <a:pt x="173352" y="120605"/>
                  <a:pt x="170871" y="121083"/>
                </a:cubicBezTo>
                <a:lnTo>
                  <a:pt x="138008" y="127700"/>
                </a:lnTo>
                <a:lnTo>
                  <a:pt x="131390" y="160563"/>
                </a:lnTo>
                <a:cubicBezTo>
                  <a:pt x="130881" y="163045"/>
                  <a:pt x="129163" y="165145"/>
                  <a:pt x="126841" y="166099"/>
                </a:cubicBezTo>
                <a:cubicBezTo>
                  <a:pt x="124519" y="167053"/>
                  <a:pt x="121814" y="166799"/>
                  <a:pt x="119683" y="165399"/>
                </a:cubicBezTo>
                <a:lnTo>
                  <a:pt x="91751" y="146884"/>
                </a:lnTo>
                <a:lnTo>
                  <a:pt x="63818" y="165399"/>
                </a:lnTo>
                <a:cubicBezTo>
                  <a:pt x="61687" y="166799"/>
                  <a:pt x="59014" y="167053"/>
                  <a:pt x="56660" y="166099"/>
                </a:cubicBezTo>
                <a:cubicBezTo>
                  <a:pt x="54306" y="165145"/>
                  <a:pt x="52588" y="163045"/>
                  <a:pt x="52111" y="160563"/>
                </a:cubicBezTo>
                <a:lnTo>
                  <a:pt x="45493" y="127700"/>
                </a:lnTo>
                <a:lnTo>
                  <a:pt x="12630" y="121051"/>
                </a:lnTo>
                <a:cubicBezTo>
                  <a:pt x="10149" y="120542"/>
                  <a:pt x="8049" y="118824"/>
                  <a:pt x="7094" y="116502"/>
                </a:cubicBezTo>
                <a:cubicBezTo>
                  <a:pt x="6140" y="114179"/>
                  <a:pt x="6395" y="111475"/>
                  <a:pt x="7794" y="109343"/>
                </a:cubicBezTo>
                <a:lnTo>
                  <a:pt x="26310" y="81443"/>
                </a:lnTo>
                <a:lnTo>
                  <a:pt x="7794" y="53511"/>
                </a:lnTo>
                <a:cubicBezTo>
                  <a:pt x="6395" y="51379"/>
                  <a:pt x="6140" y="48707"/>
                  <a:pt x="7094" y="46352"/>
                </a:cubicBezTo>
                <a:cubicBezTo>
                  <a:pt x="8049" y="43998"/>
                  <a:pt x="10149" y="42280"/>
                  <a:pt x="12630" y="41803"/>
                </a:cubicBezTo>
                <a:lnTo>
                  <a:pt x="45493" y="35186"/>
                </a:lnTo>
                <a:lnTo>
                  <a:pt x="52143" y="2322"/>
                </a:lnTo>
                <a:cubicBezTo>
                  <a:pt x="52652" y="-159"/>
                  <a:pt x="54369" y="-2259"/>
                  <a:pt x="56692" y="-3213"/>
                </a:cubicBezTo>
                <a:close/>
                <a:moveTo>
                  <a:pt x="66045" y="81443"/>
                </a:moveTo>
                <a:cubicBezTo>
                  <a:pt x="66045" y="72305"/>
                  <a:pt x="70920" y="63861"/>
                  <a:pt x="78834" y="59292"/>
                </a:cubicBezTo>
                <a:cubicBezTo>
                  <a:pt x="86748" y="54722"/>
                  <a:pt x="96498" y="54722"/>
                  <a:pt x="104412" y="59292"/>
                </a:cubicBezTo>
                <a:cubicBezTo>
                  <a:pt x="112326" y="63861"/>
                  <a:pt x="117201" y="72305"/>
                  <a:pt x="117201" y="81443"/>
                </a:cubicBezTo>
                <a:cubicBezTo>
                  <a:pt x="117201" y="95560"/>
                  <a:pt x="105740" y="107021"/>
                  <a:pt x="91623" y="107021"/>
                </a:cubicBezTo>
                <a:cubicBezTo>
                  <a:pt x="77506" y="107021"/>
                  <a:pt x="66045" y="95560"/>
                  <a:pt x="66045" y="81443"/>
                </a:cubicBezTo>
                <a:close/>
                <a:moveTo>
                  <a:pt x="132472" y="81443"/>
                </a:moveTo>
                <a:cubicBezTo>
                  <a:pt x="132472" y="58898"/>
                  <a:pt x="114168" y="40594"/>
                  <a:pt x="91623" y="40594"/>
                </a:cubicBezTo>
                <a:cubicBezTo>
                  <a:pt x="69078" y="40594"/>
                  <a:pt x="50775" y="58898"/>
                  <a:pt x="50775" y="81443"/>
                </a:cubicBezTo>
                <a:cubicBezTo>
                  <a:pt x="50775" y="96037"/>
                  <a:pt x="58560" y="109522"/>
                  <a:pt x="71199" y="116819"/>
                </a:cubicBezTo>
                <a:cubicBezTo>
                  <a:pt x="83838" y="124116"/>
                  <a:pt x="99409" y="124116"/>
                  <a:pt x="112048" y="116819"/>
                </a:cubicBezTo>
                <a:cubicBezTo>
                  <a:pt x="124686" y="109522"/>
                  <a:pt x="132472" y="96037"/>
                  <a:pt x="132472" y="8144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5" name="Text 33"/>
          <p:cNvSpPr/>
          <p:nvPr/>
        </p:nvSpPr>
        <p:spPr>
          <a:xfrm>
            <a:off x="541595" y="5554405"/>
            <a:ext cx="2516585" cy="162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Aydınlatma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45667" y="5717291"/>
            <a:ext cx="2508441" cy="130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7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Farklı ışık koşulları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206559" y="5257138"/>
            <a:ext cx="2663182" cy="692265"/>
          </a:xfrm>
          <a:custGeom>
            <a:avLst/>
            <a:gdLst/>
            <a:ahLst/>
            <a:cxnLst/>
            <a:rect l="l" t="t" r="r" b="b"/>
            <a:pathLst>
              <a:path w="2663182" h="692265">
                <a:moveTo>
                  <a:pt x="65156" y="0"/>
                </a:moveTo>
                <a:lnTo>
                  <a:pt x="2598026" y="0"/>
                </a:lnTo>
                <a:cubicBezTo>
                  <a:pt x="2634011" y="0"/>
                  <a:pt x="2663182" y="29171"/>
                  <a:pt x="2663182" y="65156"/>
                </a:cubicBezTo>
                <a:lnTo>
                  <a:pt x="2663182" y="627109"/>
                </a:lnTo>
                <a:cubicBezTo>
                  <a:pt x="2663182" y="663093"/>
                  <a:pt x="2634011" y="692265"/>
                  <a:pt x="2598026" y="692265"/>
                </a:cubicBezTo>
                <a:lnTo>
                  <a:pt x="65156" y="692265"/>
                </a:lnTo>
                <a:cubicBezTo>
                  <a:pt x="29171" y="692265"/>
                  <a:pt x="0" y="663093"/>
                  <a:pt x="0" y="627109"/>
                </a:cubicBezTo>
                <a:lnTo>
                  <a:pt x="0" y="65156"/>
                </a:lnTo>
                <a:cubicBezTo>
                  <a:pt x="0" y="29171"/>
                  <a:pt x="29171" y="0"/>
                  <a:pt x="65156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57598" y="5358942"/>
            <a:ext cx="162886" cy="162886"/>
          </a:xfrm>
          <a:custGeom>
            <a:avLst/>
            <a:gdLst/>
            <a:ahLst/>
            <a:cxnLst/>
            <a:rect l="l" t="t" r="r" b="b"/>
            <a:pathLst>
              <a:path w="162886" h="162886">
                <a:moveTo>
                  <a:pt x="81443" y="162886"/>
                </a:moveTo>
                <a:cubicBezTo>
                  <a:pt x="126392" y="162886"/>
                  <a:pt x="162886" y="126392"/>
                  <a:pt x="162886" y="81443"/>
                </a:cubicBezTo>
                <a:cubicBezTo>
                  <a:pt x="162886" y="36493"/>
                  <a:pt x="126392" y="0"/>
                  <a:pt x="81443" y="0"/>
                </a:cubicBezTo>
                <a:cubicBezTo>
                  <a:pt x="36493" y="0"/>
                  <a:pt x="0" y="36493"/>
                  <a:pt x="0" y="81443"/>
                </a:cubicBezTo>
                <a:cubicBezTo>
                  <a:pt x="0" y="126392"/>
                  <a:pt x="36493" y="162886"/>
                  <a:pt x="81443" y="162886"/>
                </a:cubicBezTo>
                <a:close/>
                <a:moveTo>
                  <a:pt x="97572" y="103426"/>
                </a:moveTo>
                <a:lnTo>
                  <a:pt x="51665" y="121083"/>
                </a:lnTo>
                <a:cubicBezTo>
                  <a:pt x="45493" y="123469"/>
                  <a:pt x="39417" y="117392"/>
                  <a:pt x="41803" y="111220"/>
                </a:cubicBezTo>
                <a:lnTo>
                  <a:pt x="59460" y="65313"/>
                </a:lnTo>
                <a:cubicBezTo>
                  <a:pt x="60510" y="62609"/>
                  <a:pt x="62609" y="60510"/>
                  <a:pt x="65313" y="59460"/>
                </a:cubicBezTo>
                <a:lnTo>
                  <a:pt x="111220" y="41803"/>
                </a:lnTo>
                <a:cubicBezTo>
                  <a:pt x="117392" y="39417"/>
                  <a:pt x="123469" y="45493"/>
                  <a:pt x="121083" y="51665"/>
                </a:cubicBezTo>
                <a:lnTo>
                  <a:pt x="103426" y="97572"/>
                </a:lnTo>
                <a:cubicBezTo>
                  <a:pt x="102408" y="100277"/>
                  <a:pt x="100277" y="102376"/>
                  <a:pt x="97572" y="103426"/>
                </a:cubicBezTo>
                <a:close/>
                <a:moveTo>
                  <a:pt x="91623" y="81443"/>
                </a:moveTo>
                <a:cubicBezTo>
                  <a:pt x="91623" y="75824"/>
                  <a:pt x="87062" y="71263"/>
                  <a:pt x="81443" y="71263"/>
                </a:cubicBezTo>
                <a:cubicBezTo>
                  <a:pt x="75824" y="71263"/>
                  <a:pt x="71263" y="75824"/>
                  <a:pt x="71263" y="81443"/>
                </a:cubicBezTo>
                <a:cubicBezTo>
                  <a:pt x="71263" y="87062"/>
                  <a:pt x="75824" y="91623"/>
                  <a:pt x="81443" y="91623"/>
                </a:cubicBezTo>
                <a:cubicBezTo>
                  <a:pt x="87062" y="91623"/>
                  <a:pt x="91623" y="87062"/>
                  <a:pt x="91623" y="8144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39" name="Text 37"/>
          <p:cNvSpPr/>
          <p:nvPr/>
        </p:nvSpPr>
        <p:spPr>
          <a:xfrm>
            <a:off x="3279858" y="5554405"/>
            <a:ext cx="2516585" cy="162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Açılar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283930" y="5717291"/>
            <a:ext cx="2508441" cy="130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7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Çoklu perspektifler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68297" y="6022701"/>
            <a:ext cx="2663182" cy="692265"/>
          </a:xfrm>
          <a:custGeom>
            <a:avLst/>
            <a:gdLst/>
            <a:ahLst/>
            <a:cxnLst/>
            <a:rect l="l" t="t" r="r" b="b"/>
            <a:pathLst>
              <a:path w="2663182" h="692265">
                <a:moveTo>
                  <a:pt x="65156" y="0"/>
                </a:moveTo>
                <a:lnTo>
                  <a:pt x="2598026" y="0"/>
                </a:lnTo>
                <a:cubicBezTo>
                  <a:pt x="2634011" y="0"/>
                  <a:pt x="2663182" y="29171"/>
                  <a:pt x="2663182" y="65156"/>
                </a:cubicBezTo>
                <a:lnTo>
                  <a:pt x="2663182" y="627109"/>
                </a:lnTo>
                <a:cubicBezTo>
                  <a:pt x="2663182" y="663093"/>
                  <a:pt x="2634011" y="692265"/>
                  <a:pt x="2598026" y="692265"/>
                </a:cubicBezTo>
                <a:lnTo>
                  <a:pt x="65156" y="692265"/>
                </a:lnTo>
                <a:cubicBezTo>
                  <a:pt x="29171" y="692265"/>
                  <a:pt x="0" y="663093"/>
                  <a:pt x="0" y="627109"/>
                </a:cubicBezTo>
                <a:lnTo>
                  <a:pt x="0" y="65156"/>
                </a:lnTo>
                <a:cubicBezTo>
                  <a:pt x="0" y="29171"/>
                  <a:pt x="29171" y="0"/>
                  <a:pt x="65156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709155" y="6124505"/>
            <a:ext cx="183246" cy="162886"/>
          </a:xfrm>
          <a:custGeom>
            <a:avLst/>
            <a:gdLst/>
            <a:ahLst/>
            <a:cxnLst/>
            <a:rect l="l" t="t" r="r" b="b"/>
            <a:pathLst>
              <a:path w="183246" h="162886">
                <a:moveTo>
                  <a:pt x="66522" y="164222"/>
                </a:moveTo>
                <a:cubicBezTo>
                  <a:pt x="60573" y="170171"/>
                  <a:pt x="50902" y="170171"/>
                  <a:pt x="44921" y="164222"/>
                </a:cubicBezTo>
                <a:lnTo>
                  <a:pt x="8940" y="128241"/>
                </a:lnTo>
                <a:cubicBezTo>
                  <a:pt x="2990" y="122292"/>
                  <a:pt x="2990" y="112620"/>
                  <a:pt x="8940" y="106639"/>
                </a:cubicBezTo>
                <a:lnTo>
                  <a:pt x="14348" y="101231"/>
                </a:lnTo>
                <a:lnTo>
                  <a:pt x="37731" y="124614"/>
                </a:lnTo>
                <a:cubicBezTo>
                  <a:pt x="40721" y="127604"/>
                  <a:pt x="45557" y="127604"/>
                  <a:pt x="48516" y="124614"/>
                </a:cubicBezTo>
                <a:cubicBezTo>
                  <a:pt x="51474" y="121623"/>
                  <a:pt x="51506" y="116788"/>
                  <a:pt x="48516" y="113829"/>
                </a:cubicBezTo>
                <a:lnTo>
                  <a:pt x="25133" y="90446"/>
                </a:lnTo>
                <a:lnTo>
                  <a:pt x="35918" y="79661"/>
                </a:lnTo>
                <a:lnTo>
                  <a:pt x="52111" y="95854"/>
                </a:lnTo>
                <a:cubicBezTo>
                  <a:pt x="55101" y="98845"/>
                  <a:pt x="59937" y="98845"/>
                  <a:pt x="62896" y="95854"/>
                </a:cubicBezTo>
                <a:cubicBezTo>
                  <a:pt x="65854" y="92864"/>
                  <a:pt x="65886" y="88028"/>
                  <a:pt x="62896" y="85070"/>
                </a:cubicBezTo>
                <a:lnTo>
                  <a:pt x="46702" y="68877"/>
                </a:lnTo>
                <a:lnTo>
                  <a:pt x="57487" y="58092"/>
                </a:lnTo>
                <a:lnTo>
                  <a:pt x="80870" y="81475"/>
                </a:lnTo>
                <a:cubicBezTo>
                  <a:pt x="83861" y="84465"/>
                  <a:pt x="88696" y="84465"/>
                  <a:pt x="91655" y="81475"/>
                </a:cubicBezTo>
                <a:cubicBezTo>
                  <a:pt x="94614" y="78484"/>
                  <a:pt x="94646" y="73649"/>
                  <a:pt x="91655" y="70690"/>
                </a:cubicBezTo>
                <a:lnTo>
                  <a:pt x="68272" y="47307"/>
                </a:lnTo>
                <a:lnTo>
                  <a:pt x="79057" y="36522"/>
                </a:lnTo>
                <a:lnTo>
                  <a:pt x="95250" y="52715"/>
                </a:lnTo>
                <a:cubicBezTo>
                  <a:pt x="98240" y="55706"/>
                  <a:pt x="103076" y="55706"/>
                  <a:pt x="106035" y="52715"/>
                </a:cubicBezTo>
                <a:cubicBezTo>
                  <a:pt x="108993" y="49725"/>
                  <a:pt x="109025" y="44889"/>
                  <a:pt x="106035" y="41930"/>
                </a:cubicBezTo>
                <a:lnTo>
                  <a:pt x="89842" y="25737"/>
                </a:lnTo>
                <a:lnTo>
                  <a:pt x="100627" y="14952"/>
                </a:lnTo>
                <a:lnTo>
                  <a:pt x="124010" y="38335"/>
                </a:lnTo>
                <a:cubicBezTo>
                  <a:pt x="127000" y="41326"/>
                  <a:pt x="131836" y="41326"/>
                  <a:pt x="134794" y="38335"/>
                </a:cubicBezTo>
                <a:cubicBezTo>
                  <a:pt x="137753" y="35345"/>
                  <a:pt x="137785" y="30509"/>
                  <a:pt x="134794" y="27551"/>
                </a:cubicBezTo>
                <a:lnTo>
                  <a:pt x="111411" y="4168"/>
                </a:lnTo>
                <a:lnTo>
                  <a:pt x="116820" y="-1241"/>
                </a:lnTo>
                <a:cubicBezTo>
                  <a:pt x="122769" y="-7190"/>
                  <a:pt x="132440" y="-7190"/>
                  <a:pt x="138421" y="-1241"/>
                </a:cubicBezTo>
                <a:lnTo>
                  <a:pt x="174498" y="34645"/>
                </a:lnTo>
                <a:cubicBezTo>
                  <a:pt x="180447" y="40594"/>
                  <a:pt x="180447" y="50266"/>
                  <a:pt x="174498" y="56246"/>
                </a:cubicBezTo>
                <a:lnTo>
                  <a:pt x="66522" y="164222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3" name="Text 41"/>
          <p:cNvSpPr/>
          <p:nvPr/>
        </p:nvSpPr>
        <p:spPr>
          <a:xfrm>
            <a:off x="541595" y="6319968"/>
            <a:ext cx="2516585" cy="162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Mesafe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45667" y="6482854"/>
            <a:ext cx="2508441" cy="130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7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4-14 metre arası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206559" y="6022701"/>
            <a:ext cx="2663182" cy="692265"/>
          </a:xfrm>
          <a:custGeom>
            <a:avLst/>
            <a:gdLst/>
            <a:ahLst/>
            <a:cxnLst/>
            <a:rect l="l" t="t" r="r" b="b"/>
            <a:pathLst>
              <a:path w="2663182" h="692265">
                <a:moveTo>
                  <a:pt x="65156" y="0"/>
                </a:moveTo>
                <a:lnTo>
                  <a:pt x="2598026" y="0"/>
                </a:lnTo>
                <a:cubicBezTo>
                  <a:pt x="2634011" y="0"/>
                  <a:pt x="2663182" y="29171"/>
                  <a:pt x="2663182" y="65156"/>
                </a:cubicBezTo>
                <a:lnTo>
                  <a:pt x="2663182" y="627109"/>
                </a:lnTo>
                <a:cubicBezTo>
                  <a:pt x="2663182" y="663093"/>
                  <a:pt x="2634011" y="692265"/>
                  <a:pt x="2598026" y="692265"/>
                </a:cubicBezTo>
                <a:lnTo>
                  <a:pt x="65156" y="692265"/>
                </a:lnTo>
                <a:cubicBezTo>
                  <a:pt x="29171" y="692265"/>
                  <a:pt x="0" y="663093"/>
                  <a:pt x="0" y="627109"/>
                </a:cubicBezTo>
                <a:lnTo>
                  <a:pt x="0" y="65156"/>
                </a:lnTo>
                <a:cubicBezTo>
                  <a:pt x="0" y="29171"/>
                  <a:pt x="29171" y="0"/>
                  <a:pt x="65156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37237" y="6124505"/>
            <a:ext cx="203607" cy="162886"/>
          </a:xfrm>
          <a:custGeom>
            <a:avLst/>
            <a:gdLst/>
            <a:ahLst/>
            <a:cxnLst/>
            <a:rect l="l" t="t" r="r" b="b"/>
            <a:pathLst>
              <a:path w="203607" h="162886">
                <a:moveTo>
                  <a:pt x="101804" y="5090"/>
                </a:moveTo>
                <a:cubicBezTo>
                  <a:pt x="120064" y="5090"/>
                  <a:pt x="134890" y="19916"/>
                  <a:pt x="134890" y="38176"/>
                </a:cubicBezTo>
                <a:cubicBezTo>
                  <a:pt x="134890" y="56437"/>
                  <a:pt x="120064" y="71263"/>
                  <a:pt x="101804" y="71263"/>
                </a:cubicBezTo>
                <a:cubicBezTo>
                  <a:pt x="83543" y="71263"/>
                  <a:pt x="68717" y="56437"/>
                  <a:pt x="68717" y="38176"/>
                </a:cubicBezTo>
                <a:cubicBezTo>
                  <a:pt x="68717" y="19916"/>
                  <a:pt x="83543" y="5090"/>
                  <a:pt x="101804" y="5090"/>
                </a:cubicBezTo>
                <a:close/>
                <a:moveTo>
                  <a:pt x="30541" y="27996"/>
                </a:moveTo>
                <a:cubicBezTo>
                  <a:pt x="43183" y="27996"/>
                  <a:pt x="53447" y="38260"/>
                  <a:pt x="53447" y="50902"/>
                </a:cubicBezTo>
                <a:cubicBezTo>
                  <a:pt x="53447" y="63544"/>
                  <a:pt x="43183" y="73808"/>
                  <a:pt x="30541" y="73808"/>
                </a:cubicBezTo>
                <a:cubicBezTo>
                  <a:pt x="17899" y="73808"/>
                  <a:pt x="7635" y="63544"/>
                  <a:pt x="7635" y="50902"/>
                </a:cubicBezTo>
                <a:cubicBezTo>
                  <a:pt x="7635" y="38260"/>
                  <a:pt x="17899" y="27996"/>
                  <a:pt x="30541" y="27996"/>
                </a:cubicBezTo>
                <a:close/>
                <a:moveTo>
                  <a:pt x="0" y="132345"/>
                </a:moveTo>
                <a:cubicBezTo>
                  <a:pt x="0" y="109852"/>
                  <a:pt x="18229" y="91623"/>
                  <a:pt x="40721" y="91623"/>
                </a:cubicBezTo>
                <a:cubicBezTo>
                  <a:pt x="44794" y="91623"/>
                  <a:pt x="48738" y="92228"/>
                  <a:pt x="52461" y="93341"/>
                </a:cubicBezTo>
                <a:cubicBezTo>
                  <a:pt x="41994" y="105049"/>
                  <a:pt x="35631" y="120510"/>
                  <a:pt x="35631" y="137435"/>
                </a:cubicBezTo>
                <a:lnTo>
                  <a:pt x="35631" y="142525"/>
                </a:lnTo>
                <a:cubicBezTo>
                  <a:pt x="35631" y="146152"/>
                  <a:pt x="36395" y="149588"/>
                  <a:pt x="37763" y="152705"/>
                </a:cubicBezTo>
                <a:lnTo>
                  <a:pt x="10180" y="152705"/>
                </a:lnTo>
                <a:cubicBezTo>
                  <a:pt x="4549" y="152705"/>
                  <a:pt x="0" y="148156"/>
                  <a:pt x="0" y="142525"/>
                </a:cubicBezTo>
                <a:lnTo>
                  <a:pt x="0" y="132345"/>
                </a:lnTo>
                <a:close/>
                <a:moveTo>
                  <a:pt x="165844" y="152705"/>
                </a:moveTo>
                <a:cubicBezTo>
                  <a:pt x="167212" y="149588"/>
                  <a:pt x="167976" y="146152"/>
                  <a:pt x="167976" y="142525"/>
                </a:cubicBezTo>
                <a:lnTo>
                  <a:pt x="167976" y="137435"/>
                </a:lnTo>
                <a:cubicBezTo>
                  <a:pt x="167976" y="120510"/>
                  <a:pt x="161613" y="105049"/>
                  <a:pt x="151147" y="93341"/>
                </a:cubicBezTo>
                <a:cubicBezTo>
                  <a:pt x="154869" y="92228"/>
                  <a:pt x="158814" y="91623"/>
                  <a:pt x="162886" y="91623"/>
                </a:cubicBezTo>
                <a:cubicBezTo>
                  <a:pt x="185378" y="91623"/>
                  <a:pt x="203607" y="109852"/>
                  <a:pt x="203607" y="132345"/>
                </a:cubicBezTo>
                <a:lnTo>
                  <a:pt x="203607" y="142525"/>
                </a:lnTo>
                <a:cubicBezTo>
                  <a:pt x="203607" y="148156"/>
                  <a:pt x="199058" y="152705"/>
                  <a:pt x="193427" y="152705"/>
                </a:cubicBezTo>
                <a:lnTo>
                  <a:pt x="165844" y="152705"/>
                </a:lnTo>
                <a:close/>
                <a:moveTo>
                  <a:pt x="150160" y="50902"/>
                </a:moveTo>
                <a:cubicBezTo>
                  <a:pt x="150160" y="38260"/>
                  <a:pt x="160424" y="27996"/>
                  <a:pt x="173066" y="27996"/>
                </a:cubicBezTo>
                <a:cubicBezTo>
                  <a:pt x="185708" y="27996"/>
                  <a:pt x="195972" y="38260"/>
                  <a:pt x="195972" y="50902"/>
                </a:cubicBezTo>
                <a:cubicBezTo>
                  <a:pt x="195972" y="63544"/>
                  <a:pt x="185708" y="73808"/>
                  <a:pt x="173066" y="73808"/>
                </a:cubicBezTo>
                <a:cubicBezTo>
                  <a:pt x="160424" y="73808"/>
                  <a:pt x="150160" y="63544"/>
                  <a:pt x="150160" y="50902"/>
                </a:cubicBezTo>
                <a:close/>
                <a:moveTo>
                  <a:pt x="50902" y="137435"/>
                </a:moveTo>
                <a:cubicBezTo>
                  <a:pt x="50902" y="109312"/>
                  <a:pt x="73680" y="86533"/>
                  <a:pt x="101804" y="86533"/>
                </a:cubicBezTo>
                <a:cubicBezTo>
                  <a:pt x="129927" y="86533"/>
                  <a:pt x="152705" y="109312"/>
                  <a:pt x="152705" y="137435"/>
                </a:cubicBezTo>
                <a:lnTo>
                  <a:pt x="152705" y="142525"/>
                </a:lnTo>
                <a:cubicBezTo>
                  <a:pt x="152705" y="148156"/>
                  <a:pt x="148156" y="152705"/>
                  <a:pt x="142525" y="152705"/>
                </a:cubicBezTo>
                <a:lnTo>
                  <a:pt x="61082" y="152705"/>
                </a:lnTo>
                <a:cubicBezTo>
                  <a:pt x="55451" y="152705"/>
                  <a:pt x="50902" y="148156"/>
                  <a:pt x="50902" y="142525"/>
                </a:cubicBezTo>
                <a:lnTo>
                  <a:pt x="50902" y="137435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47" name="Text 45"/>
          <p:cNvSpPr/>
          <p:nvPr/>
        </p:nvSpPr>
        <p:spPr>
          <a:xfrm>
            <a:off x="3279858" y="6319968"/>
            <a:ext cx="2516585" cy="162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Yoğunluk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3283930" y="6482854"/>
            <a:ext cx="2508441" cy="130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7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Tekli/grup senaryoları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81006" y="1176850"/>
            <a:ext cx="5676569" cy="2467719"/>
          </a:xfrm>
          <a:custGeom>
            <a:avLst/>
            <a:gdLst/>
            <a:ahLst/>
            <a:cxnLst/>
            <a:rect l="l" t="t" r="r" b="b"/>
            <a:pathLst>
              <a:path w="5676569" h="2467719">
                <a:moveTo>
                  <a:pt x="97722" y="0"/>
                </a:moveTo>
                <a:lnTo>
                  <a:pt x="5578847" y="0"/>
                </a:lnTo>
                <a:cubicBezTo>
                  <a:pt x="5632782" y="0"/>
                  <a:pt x="5676569" y="43788"/>
                  <a:pt x="5676569" y="97722"/>
                </a:cubicBezTo>
                <a:lnTo>
                  <a:pt x="5676569" y="2369998"/>
                </a:lnTo>
                <a:cubicBezTo>
                  <a:pt x="5676569" y="2423968"/>
                  <a:pt x="5632818" y="2467719"/>
                  <a:pt x="5578847" y="2467719"/>
                </a:cubicBezTo>
                <a:lnTo>
                  <a:pt x="97722" y="2467719"/>
                </a:lnTo>
                <a:cubicBezTo>
                  <a:pt x="43788" y="2467719"/>
                  <a:pt x="0" y="2423932"/>
                  <a:pt x="0" y="2369998"/>
                </a:cubicBezTo>
                <a:lnTo>
                  <a:pt x="0" y="97722"/>
                </a:lnTo>
                <a:cubicBezTo>
                  <a:pt x="0" y="43788"/>
                  <a:pt x="43788" y="0"/>
                  <a:pt x="97722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>
                  <a:alpha val="20000"/>
                </a:srgbClr>
              </a:gs>
              <a:gs pos="100000">
                <a:srgbClr val="22D3EE">
                  <a:alpha val="20000"/>
                </a:srgbClr>
              </a:gs>
            </a:gsLst>
            <a:lin ang="2700000" scaled="1"/>
          </a:gra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07242" y="1343808"/>
            <a:ext cx="5424096" cy="228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Eğitim Süreci</a:t>
            </a:r>
            <a:endParaRPr lang="en-US" sz="1600" dirty="0"/>
          </a:p>
        </p:txBody>
      </p:sp>
      <p:pic>
        <p:nvPicPr>
          <p:cNvPr id="51" name="Image 0" descr="https://kimi-img.moonshot.cn/pub/slides/26-03-03-03:26:00-d6iu8i052cetijeedkf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47964" y="1702156"/>
            <a:ext cx="4463070" cy="1775455"/>
          </a:xfrm>
          <a:prstGeom prst="roundRect">
            <a:avLst>
              <a:gd name="adj" fmla="val 0"/>
            </a:avLst>
          </a:prstGeom>
        </p:spPr>
      </p:pic>
      <p:sp>
        <p:nvSpPr>
          <p:cNvPr id="52" name="Shape 49"/>
          <p:cNvSpPr/>
          <p:nvPr/>
        </p:nvSpPr>
        <p:spPr>
          <a:xfrm>
            <a:off x="6181006" y="3783022"/>
            <a:ext cx="5676569" cy="1099479"/>
          </a:xfrm>
          <a:custGeom>
            <a:avLst/>
            <a:gdLst/>
            <a:ahLst/>
            <a:cxnLst/>
            <a:rect l="l" t="t" r="r" b="b"/>
            <a:pathLst>
              <a:path w="5676569" h="1099479">
                <a:moveTo>
                  <a:pt x="97733" y="0"/>
                </a:moveTo>
                <a:lnTo>
                  <a:pt x="5578836" y="0"/>
                </a:lnTo>
                <a:cubicBezTo>
                  <a:pt x="5632813" y="0"/>
                  <a:pt x="5676569" y="43756"/>
                  <a:pt x="5676569" y="97733"/>
                </a:cubicBezTo>
                <a:lnTo>
                  <a:pt x="5676569" y="1001746"/>
                </a:lnTo>
                <a:cubicBezTo>
                  <a:pt x="5676569" y="1055723"/>
                  <a:pt x="5632813" y="1099479"/>
                  <a:pt x="5578836" y="1099479"/>
                </a:cubicBezTo>
                <a:lnTo>
                  <a:pt x="97733" y="1099479"/>
                </a:lnTo>
                <a:cubicBezTo>
                  <a:pt x="43756" y="1099479"/>
                  <a:pt x="0" y="1055723"/>
                  <a:pt x="0" y="1001746"/>
                </a:cubicBezTo>
                <a:lnTo>
                  <a:pt x="0" y="97733"/>
                </a:lnTo>
                <a:cubicBezTo>
                  <a:pt x="0" y="43793"/>
                  <a:pt x="43793" y="0"/>
                  <a:pt x="97733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315387" y="3917403"/>
            <a:ext cx="5481106" cy="228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Veri Artırma Teknikleri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6319459" y="4247246"/>
            <a:ext cx="1294942" cy="496802"/>
          </a:xfrm>
          <a:custGeom>
            <a:avLst/>
            <a:gdLst/>
            <a:ahLst/>
            <a:cxnLst/>
            <a:rect l="l" t="t" r="r" b="b"/>
            <a:pathLst>
              <a:path w="1294942" h="496802">
                <a:moveTo>
                  <a:pt x="65156" y="0"/>
                </a:moveTo>
                <a:lnTo>
                  <a:pt x="1229786" y="0"/>
                </a:lnTo>
                <a:cubicBezTo>
                  <a:pt x="1265771" y="0"/>
                  <a:pt x="1294942" y="29171"/>
                  <a:pt x="1294942" y="65156"/>
                </a:cubicBezTo>
                <a:lnTo>
                  <a:pt x="1294942" y="431646"/>
                </a:lnTo>
                <a:cubicBezTo>
                  <a:pt x="1294942" y="467630"/>
                  <a:pt x="1265771" y="496802"/>
                  <a:pt x="1229786" y="496802"/>
                </a:cubicBezTo>
                <a:lnTo>
                  <a:pt x="65156" y="496802"/>
                </a:lnTo>
                <a:cubicBezTo>
                  <a:pt x="29171" y="496802"/>
                  <a:pt x="0" y="467630"/>
                  <a:pt x="0" y="431646"/>
                </a:cubicBezTo>
                <a:lnTo>
                  <a:pt x="0" y="65156"/>
                </a:lnTo>
                <a:cubicBezTo>
                  <a:pt x="0" y="29171"/>
                  <a:pt x="29171" y="0"/>
                  <a:pt x="65156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6896049" y="4332762"/>
            <a:ext cx="146597" cy="146597"/>
          </a:xfrm>
          <a:custGeom>
            <a:avLst/>
            <a:gdLst/>
            <a:ahLst/>
            <a:cxnLst/>
            <a:rect l="l" t="t" r="r" b="b"/>
            <a:pathLst>
              <a:path w="146597" h="146597">
                <a:moveTo>
                  <a:pt x="137464" y="54974"/>
                </a:moveTo>
                <a:lnTo>
                  <a:pt x="139725" y="54974"/>
                </a:lnTo>
                <a:cubicBezTo>
                  <a:pt x="143534" y="54974"/>
                  <a:pt x="146597" y="51910"/>
                  <a:pt x="146597" y="48102"/>
                </a:cubicBezTo>
                <a:lnTo>
                  <a:pt x="146597" y="6872"/>
                </a:lnTo>
                <a:cubicBezTo>
                  <a:pt x="146597" y="4094"/>
                  <a:pt x="144937" y="1575"/>
                  <a:pt x="142360" y="515"/>
                </a:cubicBezTo>
                <a:cubicBezTo>
                  <a:pt x="139783" y="-544"/>
                  <a:pt x="136834" y="57"/>
                  <a:pt x="134858" y="2004"/>
                </a:cubicBezTo>
                <a:lnTo>
                  <a:pt x="120055" y="16836"/>
                </a:lnTo>
                <a:cubicBezTo>
                  <a:pt x="107371" y="6328"/>
                  <a:pt x="91051" y="0"/>
                  <a:pt x="73299" y="0"/>
                </a:cubicBezTo>
                <a:cubicBezTo>
                  <a:pt x="36363" y="0"/>
                  <a:pt x="5812" y="27315"/>
                  <a:pt x="744" y="62848"/>
                </a:cubicBezTo>
                <a:cubicBezTo>
                  <a:pt x="29" y="67858"/>
                  <a:pt x="3493" y="72497"/>
                  <a:pt x="8504" y="73213"/>
                </a:cubicBezTo>
                <a:cubicBezTo>
                  <a:pt x="13514" y="73929"/>
                  <a:pt x="18153" y="70435"/>
                  <a:pt x="18869" y="65453"/>
                </a:cubicBezTo>
                <a:cubicBezTo>
                  <a:pt x="22677" y="38797"/>
                  <a:pt x="45611" y="18325"/>
                  <a:pt x="73299" y="18325"/>
                </a:cubicBezTo>
                <a:cubicBezTo>
                  <a:pt x="86011" y="18325"/>
                  <a:pt x="97693" y="22619"/>
                  <a:pt x="106999" y="29863"/>
                </a:cubicBezTo>
                <a:lnTo>
                  <a:pt x="93628" y="43235"/>
                </a:lnTo>
                <a:cubicBezTo>
                  <a:pt x="91652" y="45210"/>
                  <a:pt x="91079" y="48159"/>
                  <a:pt x="92139" y="50736"/>
                </a:cubicBezTo>
                <a:cubicBezTo>
                  <a:pt x="93198" y="53313"/>
                  <a:pt x="95718" y="54974"/>
                  <a:pt x="98495" y="54974"/>
                </a:cubicBezTo>
                <a:lnTo>
                  <a:pt x="137464" y="54974"/>
                </a:lnTo>
                <a:close/>
                <a:moveTo>
                  <a:pt x="145881" y="83749"/>
                </a:moveTo>
                <a:cubicBezTo>
                  <a:pt x="146597" y="78739"/>
                  <a:pt x="143104" y="74100"/>
                  <a:pt x="138122" y="73384"/>
                </a:cubicBezTo>
                <a:cubicBezTo>
                  <a:pt x="133140" y="72669"/>
                  <a:pt x="128473" y="76162"/>
                  <a:pt x="127757" y="81144"/>
                </a:cubicBezTo>
                <a:cubicBezTo>
                  <a:pt x="123949" y="107772"/>
                  <a:pt x="101015" y="128244"/>
                  <a:pt x="73327" y="128244"/>
                </a:cubicBezTo>
                <a:cubicBezTo>
                  <a:pt x="60615" y="128244"/>
                  <a:pt x="48933" y="123949"/>
                  <a:pt x="39627" y="116705"/>
                </a:cubicBezTo>
                <a:lnTo>
                  <a:pt x="52970" y="103362"/>
                </a:lnTo>
                <a:cubicBezTo>
                  <a:pt x="54945" y="101387"/>
                  <a:pt x="55518" y="98438"/>
                  <a:pt x="54459" y="95861"/>
                </a:cubicBezTo>
                <a:cubicBezTo>
                  <a:pt x="53399" y="93284"/>
                  <a:pt x="50880" y="91623"/>
                  <a:pt x="48102" y="91623"/>
                </a:cubicBezTo>
                <a:lnTo>
                  <a:pt x="6872" y="91623"/>
                </a:lnTo>
                <a:cubicBezTo>
                  <a:pt x="3064" y="91623"/>
                  <a:pt x="0" y="94687"/>
                  <a:pt x="0" y="98495"/>
                </a:cubicBezTo>
                <a:lnTo>
                  <a:pt x="0" y="139725"/>
                </a:lnTo>
                <a:cubicBezTo>
                  <a:pt x="0" y="142503"/>
                  <a:pt x="1661" y="145022"/>
                  <a:pt x="4238" y="146082"/>
                </a:cubicBezTo>
                <a:cubicBezTo>
                  <a:pt x="6814" y="147141"/>
                  <a:pt x="9764" y="146540"/>
                  <a:pt x="11739" y="144593"/>
                </a:cubicBezTo>
                <a:lnTo>
                  <a:pt x="26571" y="129761"/>
                </a:lnTo>
                <a:cubicBezTo>
                  <a:pt x="39226" y="140269"/>
                  <a:pt x="55547" y="146597"/>
                  <a:pt x="73299" y="146597"/>
                </a:cubicBezTo>
                <a:cubicBezTo>
                  <a:pt x="110234" y="146597"/>
                  <a:pt x="140785" y="119282"/>
                  <a:pt x="145853" y="8374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6" name="Text 53"/>
          <p:cNvSpPr/>
          <p:nvPr/>
        </p:nvSpPr>
        <p:spPr>
          <a:xfrm>
            <a:off x="6360180" y="4511936"/>
            <a:ext cx="1213499" cy="162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Rotasyon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7688590" y="4247246"/>
            <a:ext cx="1294942" cy="496802"/>
          </a:xfrm>
          <a:custGeom>
            <a:avLst/>
            <a:gdLst/>
            <a:ahLst/>
            <a:cxnLst/>
            <a:rect l="l" t="t" r="r" b="b"/>
            <a:pathLst>
              <a:path w="1294942" h="496802">
                <a:moveTo>
                  <a:pt x="65156" y="0"/>
                </a:moveTo>
                <a:lnTo>
                  <a:pt x="1229786" y="0"/>
                </a:lnTo>
                <a:cubicBezTo>
                  <a:pt x="1265771" y="0"/>
                  <a:pt x="1294942" y="29171"/>
                  <a:pt x="1294942" y="65156"/>
                </a:cubicBezTo>
                <a:lnTo>
                  <a:pt x="1294942" y="431646"/>
                </a:lnTo>
                <a:cubicBezTo>
                  <a:pt x="1294942" y="467630"/>
                  <a:pt x="1265771" y="496802"/>
                  <a:pt x="1229786" y="496802"/>
                </a:cubicBezTo>
                <a:lnTo>
                  <a:pt x="65156" y="496802"/>
                </a:lnTo>
                <a:cubicBezTo>
                  <a:pt x="29171" y="496802"/>
                  <a:pt x="0" y="467630"/>
                  <a:pt x="0" y="431646"/>
                </a:cubicBezTo>
                <a:lnTo>
                  <a:pt x="0" y="65156"/>
                </a:lnTo>
                <a:cubicBezTo>
                  <a:pt x="0" y="29171"/>
                  <a:pt x="29171" y="0"/>
                  <a:pt x="65156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8274343" y="4332762"/>
            <a:ext cx="128273" cy="146597"/>
          </a:xfrm>
          <a:custGeom>
            <a:avLst/>
            <a:gdLst/>
            <a:ahLst/>
            <a:cxnLst/>
            <a:rect l="l" t="t" r="r" b="b"/>
            <a:pathLst>
              <a:path w="128273" h="146597">
                <a:moveTo>
                  <a:pt x="9162" y="9162"/>
                </a:moveTo>
                <a:cubicBezTo>
                  <a:pt x="4094" y="9162"/>
                  <a:pt x="0" y="13257"/>
                  <a:pt x="0" y="18325"/>
                </a:cubicBezTo>
                <a:lnTo>
                  <a:pt x="0" y="45812"/>
                </a:lnTo>
                <a:cubicBezTo>
                  <a:pt x="0" y="50880"/>
                  <a:pt x="4094" y="54974"/>
                  <a:pt x="9162" y="54974"/>
                </a:cubicBezTo>
                <a:cubicBezTo>
                  <a:pt x="14230" y="54974"/>
                  <a:pt x="18325" y="50880"/>
                  <a:pt x="18325" y="45812"/>
                </a:cubicBezTo>
                <a:lnTo>
                  <a:pt x="18325" y="27487"/>
                </a:lnTo>
                <a:lnTo>
                  <a:pt x="36649" y="27487"/>
                </a:lnTo>
                <a:cubicBezTo>
                  <a:pt x="41717" y="27487"/>
                  <a:pt x="45812" y="23393"/>
                  <a:pt x="45812" y="18325"/>
                </a:cubicBezTo>
                <a:cubicBezTo>
                  <a:pt x="45812" y="13257"/>
                  <a:pt x="41717" y="9162"/>
                  <a:pt x="36649" y="9162"/>
                </a:cubicBezTo>
                <a:lnTo>
                  <a:pt x="9162" y="9162"/>
                </a:lnTo>
                <a:close/>
                <a:moveTo>
                  <a:pt x="18325" y="100786"/>
                </a:moveTo>
                <a:cubicBezTo>
                  <a:pt x="18325" y="95718"/>
                  <a:pt x="14230" y="91623"/>
                  <a:pt x="9162" y="91623"/>
                </a:cubicBezTo>
                <a:cubicBezTo>
                  <a:pt x="4094" y="91623"/>
                  <a:pt x="0" y="95718"/>
                  <a:pt x="0" y="100786"/>
                </a:cubicBezTo>
                <a:lnTo>
                  <a:pt x="0" y="128273"/>
                </a:lnTo>
                <a:cubicBezTo>
                  <a:pt x="0" y="133340"/>
                  <a:pt x="4094" y="137435"/>
                  <a:pt x="9162" y="137435"/>
                </a:cubicBezTo>
                <a:lnTo>
                  <a:pt x="36649" y="137435"/>
                </a:lnTo>
                <a:cubicBezTo>
                  <a:pt x="41717" y="137435"/>
                  <a:pt x="45812" y="133340"/>
                  <a:pt x="45812" y="128273"/>
                </a:cubicBezTo>
                <a:cubicBezTo>
                  <a:pt x="45812" y="123205"/>
                  <a:pt x="41717" y="119110"/>
                  <a:pt x="36649" y="119110"/>
                </a:cubicBezTo>
                <a:lnTo>
                  <a:pt x="18325" y="119110"/>
                </a:lnTo>
                <a:lnTo>
                  <a:pt x="18325" y="100786"/>
                </a:lnTo>
                <a:close/>
                <a:moveTo>
                  <a:pt x="91623" y="9162"/>
                </a:moveTo>
                <a:cubicBezTo>
                  <a:pt x="86555" y="9162"/>
                  <a:pt x="82461" y="13257"/>
                  <a:pt x="82461" y="18325"/>
                </a:cubicBezTo>
                <a:cubicBezTo>
                  <a:pt x="82461" y="23393"/>
                  <a:pt x="86555" y="27487"/>
                  <a:pt x="91623" y="27487"/>
                </a:cubicBezTo>
                <a:lnTo>
                  <a:pt x="109948" y="27487"/>
                </a:lnTo>
                <a:lnTo>
                  <a:pt x="109948" y="45812"/>
                </a:lnTo>
                <a:cubicBezTo>
                  <a:pt x="109948" y="50880"/>
                  <a:pt x="114042" y="54974"/>
                  <a:pt x="119110" y="54974"/>
                </a:cubicBezTo>
                <a:cubicBezTo>
                  <a:pt x="124178" y="54974"/>
                  <a:pt x="128273" y="50880"/>
                  <a:pt x="128273" y="45812"/>
                </a:cubicBezTo>
                <a:lnTo>
                  <a:pt x="128273" y="18325"/>
                </a:lnTo>
                <a:cubicBezTo>
                  <a:pt x="128273" y="13257"/>
                  <a:pt x="124178" y="9162"/>
                  <a:pt x="119110" y="9162"/>
                </a:cubicBezTo>
                <a:lnTo>
                  <a:pt x="91623" y="9162"/>
                </a:lnTo>
                <a:close/>
                <a:moveTo>
                  <a:pt x="128273" y="100786"/>
                </a:moveTo>
                <a:cubicBezTo>
                  <a:pt x="128273" y="95718"/>
                  <a:pt x="124178" y="91623"/>
                  <a:pt x="119110" y="91623"/>
                </a:cubicBezTo>
                <a:cubicBezTo>
                  <a:pt x="114042" y="91623"/>
                  <a:pt x="109948" y="95718"/>
                  <a:pt x="109948" y="100786"/>
                </a:cubicBezTo>
                <a:lnTo>
                  <a:pt x="109948" y="119110"/>
                </a:lnTo>
                <a:lnTo>
                  <a:pt x="91623" y="119110"/>
                </a:lnTo>
                <a:cubicBezTo>
                  <a:pt x="86555" y="119110"/>
                  <a:pt x="82461" y="123205"/>
                  <a:pt x="82461" y="128273"/>
                </a:cubicBezTo>
                <a:cubicBezTo>
                  <a:pt x="82461" y="133340"/>
                  <a:pt x="86555" y="137435"/>
                  <a:pt x="91623" y="137435"/>
                </a:cubicBezTo>
                <a:lnTo>
                  <a:pt x="119110" y="137435"/>
                </a:lnTo>
                <a:cubicBezTo>
                  <a:pt x="124178" y="137435"/>
                  <a:pt x="128273" y="133340"/>
                  <a:pt x="128273" y="128273"/>
                </a:cubicBezTo>
                <a:lnTo>
                  <a:pt x="128273" y="100786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9" name="Text 56"/>
          <p:cNvSpPr/>
          <p:nvPr/>
        </p:nvSpPr>
        <p:spPr>
          <a:xfrm>
            <a:off x="7729312" y="4511936"/>
            <a:ext cx="1213499" cy="162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Ölçekleme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9057721" y="4247246"/>
            <a:ext cx="1294942" cy="496802"/>
          </a:xfrm>
          <a:custGeom>
            <a:avLst/>
            <a:gdLst/>
            <a:ahLst/>
            <a:cxnLst/>
            <a:rect l="l" t="t" r="r" b="b"/>
            <a:pathLst>
              <a:path w="1294942" h="496802">
                <a:moveTo>
                  <a:pt x="65156" y="0"/>
                </a:moveTo>
                <a:lnTo>
                  <a:pt x="1229786" y="0"/>
                </a:lnTo>
                <a:cubicBezTo>
                  <a:pt x="1265771" y="0"/>
                  <a:pt x="1294942" y="29171"/>
                  <a:pt x="1294942" y="65156"/>
                </a:cubicBezTo>
                <a:lnTo>
                  <a:pt x="1294942" y="431646"/>
                </a:lnTo>
                <a:cubicBezTo>
                  <a:pt x="1294942" y="467630"/>
                  <a:pt x="1265771" y="496802"/>
                  <a:pt x="1229786" y="496802"/>
                </a:cubicBezTo>
                <a:lnTo>
                  <a:pt x="65156" y="496802"/>
                </a:lnTo>
                <a:cubicBezTo>
                  <a:pt x="29171" y="496802"/>
                  <a:pt x="0" y="467630"/>
                  <a:pt x="0" y="431646"/>
                </a:cubicBezTo>
                <a:lnTo>
                  <a:pt x="0" y="65156"/>
                </a:lnTo>
                <a:cubicBezTo>
                  <a:pt x="0" y="29171"/>
                  <a:pt x="29171" y="0"/>
                  <a:pt x="65156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9634312" y="4332762"/>
            <a:ext cx="146597" cy="146597"/>
          </a:xfrm>
          <a:custGeom>
            <a:avLst/>
            <a:gdLst/>
            <a:ahLst/>
            <a:cxnLst/>
            <a:rect l="l" t="t" r="r" b="b"/>
            <a:pathLst>
              <a:path w="146597" h="146597">
                <a:moveTo>
                  <a:pt x="128273" y="73299"/>
                </a:moveTo>
                <a:cubicBezTo>
                  <a:pt x="128273" y="42948"/>
                  <a:pt x="103649" y="18325"/>
                  <a:pt x="73299" y="18325"/>
                </a:cubicBezTo>
                <a:lnTo>
                  <a:pt x="73299" y="128273"/>
                </a:lnTo>
                <a:cubicBezTo>
                  <a:pt x="103649" y="128273"/>
                  <a:pt x="128273" y="103649"/>
                  <a:pt x="128273" y="73299"/>
                </a:cubicBezTo>
                <a:close/>
                <a:moveTo>
                  <a:pt x="0" y="73299"/>
                </a:moveTo>
                <a:cubicBezTo>
                  <a:pt x="0" y="32844"/>
                  <a:pt x="32844" y="0"/>
                  <a:pt x="73299" y="0"/>
                </a:cubicBezTo>
                <a:cubicBezTo>
                  <a:pt x="113753" y="0"/>
                  <a:pt x="146597" y="32844"/>
                  <a:pt x="146597" y="73299"/>
                </a:cubicBezTo>
                <a:cubicBezTo>
                  <a:pt x="146597" y="113753"/>
                  <a:pt x="113753" y="146597"/>
                  <a:pt x="73299" y="146597"/>
                </a:cubicBezTo>
                <a:cubicBezTo>
                  <a:pt x="32844" y="146597"/>
                  <a:pt x="0" y="113753"/>
                  <a:pt x="0" y="7329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2" name="Text 59"/>
          <p:cNvSpPr/>
          <p:nvPr/>
        </p:nvSpPr>
        <p:spPr>
          <a:xfrm>
            <a:off x="9098443" y="4511936"/>
            <a:ext cx="1213499" cy="162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Parlaklık</a:t>
            </a:r>
            <a:endParaRPr lang="en-US" sz="1600" dirty="0"/>
          </a:p>
        </p:txBody>
      </p:sp>
      <p:sp>
        <p:nvSpPr>
          <p:cNvPr id="63" name="Shape 60"/>
          <p:cNvSpPr/>
          <p:nvPr/>
        </p:nvSpPr>
        <p:spPr>
          <a:xfrm>
            <a:off x="10426853" y="4247246"/>
            <a:ext cx="1294942" cy="496802"/>
          </a:xfrm>
          <a:custGeom>
            <a:avLst/>
            <a:gdLst/>
            <a:ahLst/>
            <a:cxnLst/>
            <a:rect l="l" t="t" r="r" b="b"/>
            <a:pathLst>
              <a:path w="1294942" h="496802">
                <a:moveTo>
                  <a:pt x="65156" y="0"/>
                </a:moveTo>
                <a:lnTo>
                  <a:pt x="1229786" y="0"/>
                </a:lnTo>
                <a:cubicBezTo>
                  <a:pt x="1265771" y="0"/>
                  <a:pt x="1294942" y="29171"/>
                  <a:pt x="1294942" y="65156"/>
                </a:cubicBezTo>
                <a:lnTo>
                  <a:pt x="1294942" y="431646"/>
                </a:lnTo>
                <a:cubicBezTo>
                  <a:pt x="1294942" y="467630"/>
                  <a:pt x="1265771" y="496802"/>
                  <a:pt x="1229786" y="496802"/>
                </a:cubicBezTo>
                <a:lnTo>
                  <a:pt x="65156" y="496802"/>
                </a:lnTo>
                <a:cubicBezTo>
                  <a:pt x="29171" y="496802"/>
                  <a:pt x="0" y="467630"/>
                  <a:pt x="0" y="431646"/>
                </a:cubicBezTo>
                <a:lnTo>
                  <a:pt x="0" y="65156"/>
                </a:lnTo>
                <a:cubicBezTo>
                  <a:pt x="0" y="29171"/>
                  <a:pt x="29171" y="0"/>
                  <a:pt x="65156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11003443" y="4332762"/>
            <a:ext cx="146597" cy="146597"/>
          </a:xfrm>
          <a:custGeom>
            <a:avLst/>
            <a:gdLst/>
            <a:ahLst/>
            <a:cxnLst/>
            <a:rect l="l" t="t" r="r" b="b"/>
            <a:pathLst>
              <a:path w="146597" h="146597">
                <a:moveTo>
                  <a:pt x="128273" y="31295"/>
                </a:moveTo>
                <a:lnTo>
                  <a:pt x="143906" y="15662"/>
                </a:lnTo>
                <a:cubicBezTo>
                  <a:pt x="147485" y="12083"/>
                  <a:pt x="147485" y="6270"/>
                  <a:pt x="143906" y="2691"/>
                </a:cubicBezTo>
                <a:cubicBezTo>
                  <a:pt x="140327" y="-888"/>
                  <a:pt x="134514" y="-888"/>
                  <a:pt x="130935" y="2691"/>
                </a:cubicBezTo>
                <a:lnTo>
                  <a:pt x="115302" y="18325"/>
                </a:lnTo>
                <a:lnTo>
                  <a:pt x="50393" y="18325"/>
                </a:lnTo>
                <a:lnTo>
                  <a:pt x="50393" y="36649"/>
                </a:lnTo>
                <a:lnTo>
                  <a:pt x="96977" y="36649"/>
                </a:lnTo>
                <a:lnTo>
                  <a:pt x="36649" y="96977"/>
                </a:lnTo>
                <a:lnTo>
                  <a:pt x="36649" y="9162"/>
                </a:lnTo>
                <a:cubicBezTo>
                  <a:pt x="36649" y="4094"/>
                  <a:pt x="32555" y="0"/>
                  <a:pt x="27487" y="0"/>
                </a:cubicBezTo>
                <a:cubicBezTo>
                  <a:pt x="22419" y="0"/>
                  <a:pt x="18325" y="4094"/>
                  <a:pt x="18325" y="9162"/>
                </a:cubicBezTo>
                <a:lnTo>
                  <a:pt x="18325" y="18325"/>
                </a:lnTo>
                <a:lnTo>
                  <a:pt x="9162" y="18325"/>
                </a:lnTo>
                <a:cubicBezTo>
                  <a:pt x="4094" y="18325"/>
                  <a:pt x="0" y="22419"/>
                  <a:pt x="0" y="27487"/>
                </a:cubicBezTo>
                <a:cubicBezTo>
                  <a:pt x="0" y="32555"/>
                  <a:pt x="4094" y="36649"/>
                  <a:pt x="9162" y="36649"/>
                </a:cubicBezTo>
                <a:lnTo>
                  <a:pt x="18325" y="36649"/>
                </a:lnTo>
                <a:lnTo>
                  <a:pt x="18325" y="109948"/>
                </a:lnTo>
                <a:cubicBezTo>
                  <a:pt x="18325" y="120055"/>
                  <a:pt x="26542" y="128273"/>
                  <a:pt x="36649" y="128273"/>
                </a:cubicBezTo>
                <a:lnTo>
                  <a:pt x="96204" y="128273"/>
                </a:lnTo>
                <a:lnTo>
                  <a:pt x="96204" y="109948"/>
                </a:lnTo>
                <a:lnTo>
                  <a:pt x="49620" y="109948"/>
                </a:lnTo>
                <a:lnTo>
                  <a:pt x="109948" y="49620"/>
                </a:lnTo>
                <a:lnTo>
                  <a:pt x="109948" y="137435"/>
                </a:lnTo>
                <a:cubicBezTo>
                  <a:pt x="109948" y="142503"/>
                  <a:pt x="114042" y="146597"/>
                  <a:pt x="119110" y="146597"/>
                </a:cubicBezTo>
                <a:cubicBezTo>
                  <a:pt x="124178" y="146597"/>
                  <a:pt x="128273" y="142503"/>
                  <a:pt x="128273" y="137435"/>
                </a:cubicBezTo>
                <a:lnTo>
                  <a:pt x="128273" y="128273"/>
                </a:lnTo>
                <a:lnTo>
                  <a:pt x="137435" y="128273"/>
                </a:lnTo>
                <a:cubicBezTo>
                  <a:pt x="142503" y="128273"/>
                  <a:pt x="146597" y="124178"/>
                  <a:pt x="146597" y="119110"/>
                </a:cubicBezTo>
                <a:cubicBezTo>
                  <a:pt x="146597" y="114042"/>
                  <a:pt x="142503" y="109948"/>
                  <a:pt x="137435" y="109948"/>
                </a:cubicBezTo>
                <a:lnTo>
                  <a:pt x="128273" y="109948"/>
                </a:lnTo>
                <a:lnTo>
                  <a:pt x="128273" y="31295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65" name="Text 62"/>
          <p:cNvSpPr/>
          <p:nvPr/>
        </p:nvSpPr>
        <p:spPr>
          <a:xfrm>
            <a:off x="10467574" y="4511936"/>
            <a:ext cx="1213499" cy="162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Kırpma</a:t>
            </a:r>
            <a:endParaRPr lang="en-US" sz="1600" dirty="0"/>
          </a:p>
        </p:txBody>
      </p:sp>
      <p:sp>
        <p:nvSpPr>
          <p:cNvPr id="66" name="Shape 63"/>
          <p:cNvSpPr/>
          <p:nvPr/>
        </p:nvSpPr>
        <p:spPr>
          <a:xfrm>
            <a:off x="6181006" y="5020954"/>
            <a:ext cx="5676569" cy="1832465"/>
          </a:xfrm>
          <a:custGeom>
            <a:avLst/>
            <a:gdLst/>
            <a:ahLst/>
            <a:cxnLst/>
            <a:rect l="l" t="t" r="r" b="b"/>
            <a:pathLst>
              <a:path w="5676569" h="1832465">
                <a:moveTo>
                  <a:pt x="97725" y="0"/>
                </a:moveTo>
                <a:lnTo>
                  <a:pt x="5578844" y="0"/>
                </a:lnTo>
                <a:cubicBezTo>
                  <a:pt x="5632816" y="0"/>
                  <a:pt x="5676569" y="43753"/>
                  <a:pt x="5676569" y="97725"/>
                </a:cubicBezTo>
                <a:lnTo>
                  <a:pt x="5676569" y="1734740"/>
                </a:lnTo>
                <a:cubicBezTo>
                  <a:pt x="5676569" y="1788712"/>
                  <a:pt x="5632816" y="1832465"/>
                  <a:pt x="5578844" y="1832465"/>
                </a:cubicBezTo>
                <a:lnTo>
                  <a:pt x="97725" y="1832465"/>
                </a:lnTo>
                <a:cubicBezTo>
                  <a:pt x="43753" y="1832465"/>
                  <a:pt x="0" y="1788712"/>
                  <a:pt x="0" y="1734740"/>
                </a:cubicBezTo>
                <a:lnTo>
                  <a:pt x="0" y="97725"/>
                </a:lnTo>
                <a:cubicBezTo>
                  <a:pt x="0" y="43753"/>
                  <a:pt x="43753" y="0"/>
                  <a:pt x="97725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6315387" y="5155335"/>
            <a:ext cx="5481106" cy="228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Sınıf Dağılımı</a:t>
            </a:r>
            <a:endParaRPr lang="en-US" sz="1600" dirty="0"/>
          </a:p>
        </p:txBody>
      </p:sp>
      <p:sp>
        <p:nvSpPr>
          <p:cNvPr id="68" name="Text 65"/>
          <p:cNvSpPr/>
          <p:nvPr/>
        </p:nvSpPr>
        <p:spPr>
          <a:xfrm>
            <a:off x="6315387" y="5481106"/>
            <a:ext cx="700409" cy="162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 (Kişi)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11503299" y="5481106"/>
            <a:ext cx="276906" cy="162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8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35%</a:t>
            </a:r>
            <a:endParaRPr lang="en-US" sz="1600" dirty="0"/>
          </a:p>
        </p:txBody>
      </p:sp>
      <p:sp>
        <p:nvSpPr>
          <p:cNvPr id="70" name="Shape 67"/>
          <p:cNvSpPr/>
          <p:nvPr/>
        </p:nvSpPr>
        <p:spPr>
          <a:xfrm>
            <a:off x="6315387" y="5676569"/>
            <a:ext cx="5407808" cy="65154"/>
          </a:xfrm>
          <a:custGeom>
            <a:avLst/>
            <a:gdLst/>
            <a:ahLst/>
            <a:cxnLst/>
            <a:rect l="l" t="t" r="r" b="b"/>
            <a:pathLst>
              <a:path w="5407808" h="65154">
                <a:moveTo>
                  <a:pt x="32577" y="0"/>
                </a:moveTo>
                <a:lnTo>
                  <a:pt x="5375230" y="0"/>
                </a:lnTo>
                <a:cubicBezTo>
                  <a:pt x="5393222" y="0"/>
                  <a:pt x="5407808" y="14585"/>
                  <a:pt x="5407808" y="32577"/>
                </a:cubicBezTo>
                <a:lnTo>
                  <a:pt x="5407808" y="32577"/>
                </a:lnTo>
                <a:cubicBezTo>
                  <a:pt x="5407808" y="50569"/>
                  <a:pt x="5393222" y="65154"/>
                  <a:pt x="5375230" y="65154"/>
                </a:cubicBezTo>
                <a:lnTo>
                  <a:pt x="32577" y="65154"/>
                </a:lnTo>
                <a:cubicBezTo>
                  <a:pt x="14597" y="65154"/>
                  <a:pt x="0" y="50557"/>
                  <a:pt x="0" y="32577"/>
                </a:cubicBezTo>
                <a:lnTo>
                  <a:pt x="0" y="32577"/>
                </a:lnTo>
                <a:cubicBezTo>
                  <a:pt x="0" y="14597"/>
                  <a:pt x="14597" y="0"/>
                  <a:pt x="32577" y="0"/>
                </a:cubicBez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71" name="Shape 68"/>
          <p:cNvSpPr/>
          <p:nvPr/>
        </p:nvSpPr>
        <p:spPr>
          <a:xfrm>
            <a:off x="6315387" y="5676569"/>
            <a:ext cx="1897619" cy="65154"/>
          </a:xfrm>
          <a:custGeom>
            <a:avLst/>
            <a:gdLst/>
            <a:ahLst/>
            <a:cxnLst/>
            <a:rect l="l" t="t" r="r" b="b"/>
            <a:pathLst>
              <a:path w="1897619" h="65154">
                <a:moveTo>
                  <a:pt x="32577" y="0"/>
                </a:moveTo>
                <a:lnTo>
                  <a:pt x="1865042" y="0"/>
                </a:lnTo>
                <a:cubicBezTo>
                  <a:pt x="1883034" y="0"/>
                  <a:pt x="1897619" y="14585"/>
                  <a:pt x="1897619" y="32577"/>
                </a:cubicBezTo>
                <a:lnTo>
                  <a:pt x="1897619" y="32577"/>
                </a:lnTo>
                <a:cubicBezTo>
                  <a:pt x="1897619" y="50569"/>
                  <a:pt x="1883034" y="65154"/>
                  <a:pt x="1865042" y="65154"/>
                </a:cubicBezTo>
                <a:lnTo>
                  <a:pt x="32577" y="65154"/>
                </a:lnTo>
                <a:cubicBezTo>
                  <a:pt x="14597" y="65154"/>
                  <a:pt x="0" y="50557"/>
                  <a:pt x="0" y="32577"/>
                </a:cubicBezTo>
                <a:lnTo>
                  <a:pt x="0" y="32577"/>
                </a:lnTo>
                <a:cubicBezTo>
                  <a:pt x="0" y="14597"/>
                  <a:pt x="14597" y="0"/>
                  <a:pt x="32577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2" name="Text 69"/>
          <p:cNvSpPr/>
          <p:nvPr/>
        </p:nvSpPr>
        <p:spPr>
          <a:xfrm>
            <a:off x="6315387" y="5806878"/>
            <a:ext cx="806285" cy="162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Helmet (Baret)</a:t>
            </a:r>
            <a:endParaRPr lang="en-US" sz="1600" dirty="0"/>
          </a:p>
        </p:txBody>
      </p:sp>
      <p:sp>
        <p:nvSpPr>
          <p:cNvPr id="73" name="Text 70"/>
          <p:cNvSpPr/>
          <p:nvPr/>
        </p:nvSpPr>
        <p:spPr>
          <a:xfrm>
            <a:off x="11499990" y="5806878"/>
            <a:ext cx="285050" cy="162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8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28%</a:t>
            </a:r>
            <a:endParaRPr lang="en-US" sz="1600" dirty="0"/>
          </a:p>
        </p:txBody>
      </p:sp>
      <p:sp>
        <p:nvSpPr>
          <p:cNvPr id="74" name="Shape 71"/>
          <p:cNvSpPr/>
          <p:nvPr/>
        </p:nvSpPr>
        <p:spPr>
          <a:xfrm>
            <a:off x="6315387" y="6002341"/>
            <a:ext cx="5407808" cy="65154"/>
          </a:xfrm>
          <a:custGeom>
            <a:avLst/>
            <a:gdLst/>
            <a:ahLst/>
            <a:cxnLst/>
            <a:rect l="l" t="t" r="r" b="b"/>
            <a:pathLst>
              <a:path w="5407808" h="65154">
                <a:moveTo>
                  <a:pt x="32577" y="0"/>
                </a:moveTo>
                <a:lnTo>
                  <a:pt x="5375230" y="0"/>
                </a:lnTo>
                <a:cubicBezTo>
                  <a:pt x="5393222" y="0"/>
                  <a:pt x="5407808" y="14585"/>
                  <a:pt x="5407808" y="32577"/>
                </a:cubicBezTo>
                <a:lnTo>
                  <a:pt x="5407808" y="32577"/>
                </a:lnTo>
                <a:cubicBezTo>
                  <a:pt x="5407808" y="50569"/>
                  <a:pt x="5393222" y="65154"/>
                  <a:pt x="5375230" y="65154"/>
                </a:cubicBezTo>
                <a:lnTo>
                  <a:pt x="32577" y="65154"/>
                </a:lnTo>
                <a:cubicBezTo>
                  <a:pt x="14597" y="65154"/>
                  <a:pt x="0" y="50557"/>
                  <a:pt x="0" y="32577"/>
                </a:cubicBezTo>
                <a:lnTo>
                  <a:pt x="0" y="32577"/>
                </a:lnTo>
                <a:cubicBezTo>
                  <a:pt x="0" y="14597"/>
                  <a:pt x="14597" y="0"/>
                  <a:pt x="32577" y="0"/>
                </a:cubicBez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75" name="Shape 72"/>
          <p:cNvSpPr/>
          <p:nvPr/>
        </p:nvSpPr>
        <p:spPr>
          <a:xfrm>
            <a:off x="6315387" y="6002341"/>
            <a:ext cx="1514838" cy="65154"/>
          </a:xfrm>
          <a:custGeom>
            <a:avLst/>
            <a:gdLst/>
            <a:ahLst/>
            <a:cxnLst/>
            <a:rect l="l" t="t" r="r" b="b"/>
            <a:pathLst>
              <a:path w="1514838" h="65154">
                <a:moveTo>
                  <a:pt x="32577" y="0"/>
                </a:moveTo>
                <a:lnTo>
                  <a:pt x="1482261" y="0"/>
                </a:lnTo>
                <a:cubicBezTo>
                  <a:pt x="1500252" y="0"/>
                  <a:pt x="1514838" y="14585"/>
                  <a:pt x="1514838" y="32577"/>
                </a:cubicBezTo>
                <a:lnTo>
                  <a:pt x="1514838" y="32577"/>
                </a:lnTo>
                <a:cubicBezTo>
                  <a:pt x="1514838" y="50569"/>
                  <a:pt x="1500252" y="65154"/>
                  <a:pt x="1482261" y="65154"/>
                </a:cubicBezTo>
                <a:lnTo>
                  <a:pt x="32577" y="65154"/>
                </a:lnTo>
                <a:cubicBezTo>
                  <a:pt x="14597" y="65154"/>
                  <a:pt x="0" y="50557"/>
                  <a:pt x="0" y="32577"/>
                </a:cubicBezTo>
                <a:lnTo>
                  <a:pt x="0" y="32577"/>
                </a:lnTo>
                <a:cubicBezTo>
                  <a:pt x="0" y="14597"/>
                  <a:pt x="14597" y="0"/>
                  <a:pt x="32577" y="0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76" name="Text 73"/>
          <p:cNvSpPr/>
          <p:nvPr/>
        </p:nvSpPr>
        <p:spPr>
          <a:xfrm>
            <a:off x="6315387" y="6132649"/>
            <a:ext cx="675976" cy="162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Vest (Yelek)</a:t>
            </a:r>
            <a:endParaRPr lang="en-US" sz="1600" dirty="0"/>
          </a:p>
        </p:txBody>
      </p:sp>
      <p:sp>
        <p:nvSpPr>
          <p:cNvPr id="77" name="Text 74"/>
          <p:cNvSpPr/>
          <p:nvPr/>
        </p:nvSpPr>
        <p:spPr>
          <a:xfrm>
            <a:off x="11503808" y="6132649"/>
            <a:ext cx="276906" cy="162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8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22%</a:t>
            </a:r>
            <a:endParaRPr lang="en-US" sz="1600" dirty="0"/>
          </a:p>
        </p:txBody>
      </p:sp>
      <p:sp>
        <p:nvSpPr>
          <p:cNvPr id="78" name="Shape 75"/>
          <p:cNvSpPr/>
          <p:nvPr/>
        </p:nvSpPr>
        <p:spPr>
          <a:xfrm>
            <a:off x="6315387" y="6328112"/>
            <a:ext cx="5407808" cy="65154"/>
          </a:xfrm>
          <a:custGeom>
            <a:avLst/>
            <a:gdLst/>
            <a:ahLst/>
            <a:cxnLst/>
            <a:rect l="l" t="t" r="r" b="b"/>
            <a:pathLst>
              <a:path w="5407808" h="65154">
                <a:moveTo>
                  <a:pt x="32577" y="0"/>
                </a:moveTo>
                <a:lnTo>
                  <a:pt x="5375230" y="0"/>
                </a:lnTo>
                <a:cubicBezTo>
                  <a:pt x="5393222" y="0"/>
                  <a:pt x="5407808" y="14585"/>
                  <a:pt x="5407808" y="32577"/>
                </a:cubicBezTo>
                <a:lnTo>
                  <a:pt x="5407808" y="32577"/>
                </a:lnTo>
                <a:cubicBezTo>
                  <a:pt x="5407808" y="50569"/>
                  <a:pt x="5393222" y="65154"/>
                  <a:pt x="5375230" y="65154"/>
                </a:cubicBezTo>
                <a:lnTo>
                  <a:pt x="32577" y="65154"/>
                </a:lnTo>
                <a:cubicBezTo>
                  <a:pt x="14597" y="65154"/>
                  <a:pt x="0" y="50557"/>
                  <a:pt x="0" y="32577"/>
                </a:cubicBezTo>
                <a:lnTo>
                  <a:pt x="0" y="32577"/>
                </a:lnTo>
                <a:cubicBezTo>
                  <a:pt x="0" y="14597"/>
                  <a:pt x="14597" y="0"/>
                  <a:pt x="32577" y="0"/>
                </a:cubicBez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79" name="Shape 76"/>
          <p:cNvSpPr/>
          <p:nvPr/>
        </p:nvSpPr>
        <p:spPr>
          <a:xfrm>
            <a:off x="6315387" y="6328112"/>
            <a:ext cx="1189066" cy="65154"/>
          </a:xfrm>
          <a:custGeom>
            <a:avLst/>
            <a:gdLst/>
            <a:ahLst/>
            <a:cxnLst/>
            <a:rect l="l" t="t" r="r" b="b"/>
            <a:pathLst>
              <a:path w="1189066" h="65154">
                <a:moveTo>
                  <a:pt x="32577" y="0"/>
                </a:moveTo>
                <a:lnTo>
                  <a:pt x="1156489" y="0"/>
                </a:lnTo>
                <a:cubicBezTo>
                  <a:pt x="1174481" y="0"/>
                  <a:pt x="1189066" y="14585"/>
                  <a:pt x="1189066" y="32577"/>
                </a:cubicBezTo>
                <a:lnTo>
                  <a:pt x="1189066" y="32577"/>
                </a:lnTo>
                <a:cubicBezTo>
                  <a:pt x="1189066" y="50569"/>
                  <a:pt x="1174481" y="65154"/>
                  <a:pt x="1156489" y="65154"/>
                </a:cubicBezTo>
                <a:lnTo>
                  <a:pt x="32577" y="65154"/>
                </a:lnTo>
                <a:cubicBezTo>
                  <a:pt x="14597" y="65154"/>
                  <a:pt x="0" y="50557"/>
                  <a:pt x="0" y="32577"/>
                </a:cubicBezTo>
                <a:lnTo>
                  <a:pt x="0" y="32577"/>
                </a:lnTo>
                <a:cubicBezTo>
                  <a:pt x="0" y="14597"/>
                  <a:pt x="14597" y="0"/>
                  <a:pt x="32577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0" name="Text 77"/>
          <p:cNvSpPr/>
          <p:nvPr/>
        </p:nvSpPr>
        <p:spPr>
          <a:xfrm>
            <a:off x="6315387" y="6458421"/>
            <a:ext cx="936593" cy="162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Shoes (Ayakkabı)</a:t>
            </a:r>
            <a:endParaRPr lang="en-US" sz="1600" dirty="0"/>
          </a:p>
        </p:txBody>
      </p:sp>
      <p:sp>
        <p:nvSpPr>
          <p:cNvPr id="81" name="Text 78"/>
          <p:cNvSpPr/>
          <p:nvPr/>
        </p:nvSpPr>
        <p:spPr>
          <a:xfrm>
            <a:off x="11524932" y="6458421"/>
            <a:ext cx="260617" cy="162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8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15%</a:t>
            </a:r>
            <a:endParaRPr lang="en-US" sz="1600" dirty="0"/>
          </a:p>
        </p:txBody>
      </p:sp>
      <p:sp>
        <p:nvSpPr>
          <p:cNvPr id="82" name="Shape 79"/>
          <p:cNvSpPr/>
          <p:nvPr/>
        </p:nvSpPr>
        <p:spPr>
          <a:xfrm>
            <a:off x="6315387" y="6653884"/>
            <a:ext cx="5407808" cy="65154"/>
          </a:xfrm>
          <a:custGeom>
            <a:avLst/>
            <a:gdLst/>
            <a:ahLst/>
            <a:cxnLst/>
            <a:rect l="l" t="t" r="r" b="b"/>
            <a:pathLst>
              <a:path w="5407808" h="65154">
                <a:moveTo>
                  <a:pt x="32577" y="0"/>
                </a:moveTo>
                <a:lnTo>
                  <a:pt x="5375230" y="0"/>
                </a:lnTo>
                <a:cubicBezTo>
                  <a:pt x="5393222" y="0"/>
                  <a:pt x="5407808" y="14585"/>
                  <a:pt x="5407808" y="32577"/>
                </a:cubicBezTo>
                <a:lnTo>
                  <a:pt x="5407808" y="32577"/>
                </a:lnTo>
                <a:cubicBezTo>
                  <a:pt x="5407808" y="50569"/>
                  <a:pt x="5393222" y="65154"/>
                  <a:pt x="5375230" y="65154"/>
                </a:cubicBezTo>
                <a:lnTo>
                  <a:pt x="32577" y="65154"/>
                </a:lnTo>
                <a:cubicBezTo>
                  <a:pt x="14597" y="65154"/>
                  <a:pt x="0" y="50557"/>
                  <a:pt x="0" y="32577"/>
                </a:cubicBezTo>
                <a:lnTo>
                  <a:pt x="0" y="32577"/>
                </a:lnTo>
                <a:cubicBezTo>
                  <a:pt x="0" y="14597"/>
                  <a:pt x="14597" y="0"/>
                  <a:pt x="32577" y="0"/>
                </a:cubicBez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83" name="Shape 80"/>
          <p:cNvSpPr/>
          <p:nvPr/>
        </p:nvSpPr>
        <p:spPr>
          <a:xfrm>
            <a:off x="6315387" y="6653884"/>
            <a:ext cx="814429" cy="65154"/>
          </a:xfrm>
          <a:custGeom>
            <a:avLst/>
            <a:gdLst/>
            <a:ahLst/>
            <a:cxnLst/>
            <a:rect l="l" t="t" r="r" b="b"/>
            <a:pathLst>
              <a:path w="814429" h="65154">
                <a:moveTo>
                  <a:pt x="32577" y="0"/>
                </a:moveTo>
                <a:lnTo>
                  <a:pt x="781852" y="0"/>
                </a:lnTo>
                <a:cubicBezTo>
                  <a:pt x="799844" y="0"/>
                  <a:pt x="814429" y="14585"/>
                  <a:pt x="814429" y="32577"/>
                </a:cubicBezTo>
                <a:lnTo>
                  <a:pt x="814429" y="32577"/>
                </a:lnTo>
                <a:cubicBezTo>
                  <a:pt x="814429" y="50569"/>
                  <a:pt x="799844" y="65154"/>
                  <a:pt x="781852" y="65154"/>
                </a:cubicBezTo>
                <a:lnTo>
                  <a:pt x="32577" y="65154"/>
                </a:lnTo>
                <a:cubicBezTo>
                  <a:pt x="14597" y="65154"/>
                  <a:pt x="0" y="50557"/>
                  <a:pt x="0" y="32577"/>
                </a:cubicBezTo>
                <a:lnTo>
                  <a:pt x="0" y="32577"/>
                </a:lnTo>
                <a:cubicBezTo>
                  <a:pt x="0" y="14597"/>
                  <a:pt x="14597" y="0"/>
                  <a:pt x="32577" y="0"/>
                </a:cubicBezTo>
                <a:close/>
              </a:path>
            </a:pathLst>
          </a:custGeom>
          <a:solidFill>
            <a:srgbClr val="22D3EE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6229"/>
          </a:xfrm>
          <a:custGeom>
            <a:avLst/>
            <a:gdLst/>
            <a:ahLst/>
            <a:cxnLst/>
            <a:rect l="l" t="t" r="r" b="b"/>
            <a:pathLst>
              <a:path w="12192000" h="6856229">
                <a:moveTo>
                  <a:pt x="0" y="0"/>
                </a:moveTo>
                <a:lnTo>
                  <a:pt x="12192000" y="0"/>
                </a:lnTo>
                <a:lnTo>
                  <a:pt x="12192000" y="6856229"/>
                </a:lnTo>
                <a:lnTo>
                  <a:pt x="0" y="6856229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6366F1">
                  <a:alpha val="3000"/>
                </a:srgbClr>
              </a:gs>
              <a:gs pos="20000">
                <a:srgbClr val="6366F1">
                  <a:alpha val="3000"/>
                </a:srgbClr>
              </a:gs>
              <a:gs pos="33333.333333333336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77754" y="377754"/>
            <a:ext cx="11512043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spc="119" kern="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7754" y="679957"/>
            <a:ext cx="11606482" cy="37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7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Teknik Mimari ve Performans Metrikleri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7754" y="1171036"/>
            <a:ext cx="906609" cy="37775"/>
          </a:xfrm>
          <a:custGeom>
            <a:avLst/>
            <a:gdLst/>
            <a:ahLst/>
            <a:cxnLst/>
            <a:rect l="l" t="t" r="r" b="b"/>
            <a:pathLst>
              <a:path w="906609" h="37775">
                <a:moveTo>
                  <a:pt x="18888" y="0"/>
                </a:moveTo>
                <a:lnTo>
                  <a:pt x="887721" y="0"/>
                </a:lnTo>
                <a:cubicBezTo>
                  <a:pt x="898153" y="0"/>
                  <a:pt x="906609" y="8456"/>
                  <a:pt x="906609" y="18888"/>
                </a:cubicBezTo>
                <a:lnTo>
                  <a:pt x="906609" y="18888"/>
                </a:lnTo>
                <a:cubicBezTo>
                  <a:pt x="906609" y="29319"/>
                  <a:pt x="898153" y="37775"/>
                  <a:pt x="887721" y="37775"/>
                </a:cubicBezTo>
                <a:lnTo>
                  <a:pt x="18888" y="37775"/>
                </a:lnTo>
                <a:cubicBezTo>
                  <a:pt x="8456" y="37775"/>
                  <a:pt x="0" y="29319"/>
                  <a:pt x="0" y="18888"/>
                </a:cubicBezTo>
                <a:lnTo>
                  <a:pt x="0" y="18888"/>
                </a:lnTo>
                <a:cubicBezTo>
                  <a:pt x="0" y="8456"/>
                  <a:pt x="8456" y="0"/>
                  <a:pt x="18888" y="0"/>
                </a:cubicBezTo>
                <a:close/>
              </a:path>
            </a:pathLst>
          </a:custGeom>
          <a:gradFill rotWithShape="1" flip="none">
            <a:gsLst>
              <a:gs pos="0">
                <a:srgbClr val="22D3EE"/>
              </a:gs>
              <a:gs pos="100000">
                <a:srgbClr val="6366F1"/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82476" y="1364635"/>
            <a:ext cx="6790122" cy="2427067"/>
          </a:xfrm>
          <a:custGeom>
            <a:avLst/>
            <a:gdLst/>
            <a:ahLst/>
            <a:cxnLst/>
            <a:rect l="l" t="t" r="r" b="b"/>
            <a:pathLst>
              <a:path w="6790122" h="2427067">
                <a:moveTo>
                  <a:pt x="113320" y="0"/>
                </a:moveTo>
                <a:lnTo>
                  <a:pt x="6676803" y="0"/>
                </a:lnTo>
                <a:cubicBezTo>
                  <a:pt x="6739387" y="0"/>
                  <a:pt x="6790122" y="50735"/>
                  <a:pt x="6790122" y="113320"/>
                </a:cubicBezTo>
                <a:lnTo>
                  <a:pt x="6790122" y="2313748"/>
                </a:lnTo>
                <a:cubicBezTo>
                  <a:pt x="6790122" y="2376332"/>
                  <a:pt x="6739387" y="2427067"/>
                  <a:pt x="6676803" y="2427067"/>
                </a:cubicBezTo>
                <a:lnTo>
                  <a:pt x="113320" y="2427067"/>
                </a:lnTo>
                <a:cubicBezTo>
                  <a:pt x="50735" y="2427067"/>
                  <a:pt x="0" y="2376332"/>
                  <a:pt x="0" y="2313748"/>
                </a:cubicBezTo>
                <a:lnTo>
                  <a:pt x="0" y="113320"/>
                </a:lnTo>
                <a:cubicBezTo>
                  <a:pt x="0" y="50735"/>
                  <a:pt x="50735" y="0"/>
                  <a:pt x="11332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8299" y="1520459"/>
            <a:ext cx="6563470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Teknik Altyapı Bileşenleri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3021" y="1902934"/>
            <a:ext cx="3173131" cy="802727"/>
          </a:xfrm>
          <a:custGeom>
            <a:avLst/>
            <a:gdLst/>
            <a:ahLst/>
            <a:cxnLst/>
            <a:rect l="l" t="t" r="r" b="b"/>
            <a:pathLst>
              <a:path w="3173131" h="802727">
                <a:moveTo>
                  <a:pt x="75553" y="0"/>
                </a:moveTo>
                <a:lnTo>
                  <a:pt x="3097578" y="0"/>
                </a:lnTo>
                <a:cubicBezTo>
                  <a:pt x="3139305" y="0"/>
                  <a:pt x="3173131" y="33826"/>
                  <a:pt x="3173131" y="75553"/>
                </a:cubicBezTo>
                <a:lnTo>
                  <a:pt x="3173131" y="727174"/>
                </a:lnTo>
                <a:cubicBezTo>
                  <a:pt x="3173131" y="768901"/>
                  <a:pt x="3139305" y="802727"/>
                  <a:pt x="3097578" y="802727"/>
                </a:cubicBezTo>
                <a:lnTo>
                  <a:pt x="75553" y="802727"/>
                </a:lnTo>
                <a:cubicBezTo>
                  <a:pt x="33826" y="802727"/>
                  <a:pt x="0" y="768901"/>
                  <a:pt x="0" y="727174"/>
                </a:cubicBezTo>
                <a:lnTo>
                  <a:pt x="0" y="75553"/>
                </a:lnTo>
                <a:cubicBezTo>
                  <a:pt x="0" y="33854"/>
                  <a:pt x="33854" y="0"/>
                  <a:pt x="75553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1069" y="2020982"/>
            <a:ext cx="302203" cy="302203"/>
          </a:xfrm>
          <a:custGeom>
            <a:avLst/>
            <a:gdLst/>
            <a:ahLst/>
            <a:cxnLst/>
            <a:rect l="l" t="t" r="r" b="b"/>
            <a:pathLst>
              <a:path w="302203" h="302203">
                <a:moveTo>
                  <a:pt x="75551" y="0"/>
                </a:moveTo>
                <a:lnTo>
                  <a:pt x="226652" y="0"/>
                </a:lnTo>
                <a:cubicBezTo>
                  <a:pt x="268350" y="0"/>
                  <a:pt x="302203" y="33853"/>
                  <a:pt x="302203" y="75551"/>
                </a:cubicBezTo>
                <a:lnTo>
                  <a:pt x="302203" y="226652"/>
                </a:lnTo>
                <a:cubicBezTo>
                  <a:pt x="302203" y="268350"/>
                  <a:pt x="268350" y="302203"/>
                  <a:pt x="226652" y="302203"/>
                </a:cubicBezTo>
                <a:lnTo>
                  <a:pt x="75551" y="302203"/>
                </a:lnTo>
                <a:cubicBezTo>
                  <a:pt x="33853" y="302203"/>
                  <a:pt x="0" y="268350"/>
                  <a:pt x="0" y="226652"/>
                </a:cubicBezTo>
                <a:lnTo>
                  <a:pt x="0" y="75551"/>
                </a:lnTo>
                <a:cubicBezTo>
                  <a:pt x="0" y="33825"/>
                  <a:pt x="33825" y="0"/>
                  <a:pt x="7555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48424" y="2105977"/>
            <a:ext cx="132214" cy="132214"/>
          </a:xfrm>
          <a:custGeom>
            <a:avLst/>
            <a:gdLst/>
            <a:ahLst/>
            <a:cxnLst/>
            <a:rect l="l" t="t" r="r" b="b"/>
            <a:pathLst>
              <a:path w="132214" h="132214">
                <a:moveTo>
                  <a:pt x="30988" y="14461"/>
                </a:moveTo>
                <a:cubicBezTo>
                  <a:pt x="30988" y="6482"/>
                  <a:pt x="37469" y="0"/>
                  <a:pt x="45448" y="0"/>
                </a:cubicBezTo>
                <a:lnTo>
                  <a:pt x="51646" y="0"/>
                </a:lnTo>
                <a:cubicBezTo>
                  <a:pt x="56217" y="0"/>
                  <a:pt x="59909" y="3693"/>
                  <a:pt x="59909" y="8263"/>
                </a:cubicBezTo>
                <a:lnTo>
                  <a:pt x="59909" y="123950"/>
                </a:lnTo>
                <a:cubicBezTo>
                  <a:pt x="59909" y="128521"/>
                  <a:pt x="56217" y="132214"/>
                  <a:pt x="51646" y="132214"/>
                </a:cubicBezTo>
                <a:lnTo>
                  <a:pt x="43383" y="132214"/>
                </a:lnTo>
                <a:cubicBezTo>
                  <a:pt x="35687" y="132214"/>
                  <a:pt x="29206" y="126946"/>
                  <a:pt x="27372" y="119819"/>
                </a:cubicBezTo>
                <a:cubicBezTo>
                  <a:pt x="27192" y="119819"/>
                  <a:pt x="27037" y="119819"/>
                  <a:pt x="26856" y="119819"/>
                </a:cubicBezTo>
                <a:cubicBezTo>
                  <a:pt x="15442" y="119819"/>
                  <a:pt x="6198" y="110574"/>
                  <a:pt x="6198" y="99160"/>
                </a:cubicBezTo>
                <a:cubicBezTo>
                  <a:pt x="6198" y="94512"/>
                  <a:pt x="7747" y="90226"/>
                  <a:pt x="10329" y="86765"/>
                </a:cubicBezTo>
                <a:cubicBezTo>
                  <a:pt x="5320" y="82995"/>
                  <a:pt x="2066" y="77004"/>
                  <a:pt x="2066" y="70239"/>
                </a:cubicBezTo>
                <a:cubicBezTo>
                  <a:pt x="2066" y="62259"/>
                  <a:pt x="6611" y="55313"/>
                  <a:pt x="13221" y="51878"/>
                </a:cubicBezTo>
                <a:cubicBezTo>
                  <a:pt x="11388" y="48780"/>
                  <a:pt x="10329" y="45164"/>
                  <a:pt x="10329" y="41317"/>
                </a:cubicBezTo>
                <a:cubicBezTo>
                  <a:pt x="10329" y="29903"/>
                  <a:pt x="19574" y="20658"/>
                  <a:pt x="30988" y="20658"/>
                </a:cubicBezTo>
                <a:lnTo>
                  <a:pt x="30988" y="14461"/>
                </a:lnTo>
                <a:close/>
                <a:moveTo>
                  <a:pt x="101226" y="14461"/>
                </a:moveTo>
                <a:lnTo>
                  <a:pt x="101226" y="20658"/>
                </a:lnTo>
                <a:cubicBezTo>
                  <a:pt x="112640" y="20658"/>
                  <a:pt x="121885" y="29903"/>
                  <a:pt x="121885" y="41317"/>
                </a:cubicBezTo>
                <a:cubicBezTo>
                  <a:pt x="121885" y="45190"/>
                  <a:pt x="120826" y="48805"/>
                  <a:pt x="118992" y="51878"/>
                </a:cubicBezTo>
                <a:cubicBezTo>
                  <a:pt x="125629" y="55313"/>
                  <a:pt x="130148" y="62233"/>
                  <a:pt x="130148" y="70239"/>
                </a:cubicBezTo>
                <a:cubicBezTo>
                  <a:pt x="130148" y="77004"/>
                  <a:pt x="126894" y="82995"/>
                  <a:pt x="121885" y="86765"/>
                </a:cubicBezTo>
                <a:cubicBezTo>
                  <a:pt x="124467" y="90226"/>
                  <a:pt x="126016" y="94512"/>
                  <a:pt x="126016" y="99160"/>
                </a:cubicBezTo>
                <a:cubicBezTo>
                  <a:pt x="126016" y="110574"/>
                  <a:pt x="116772" y="119819"/>
                  <a:pt x="105358" y="119819"/>
                </a:cubicBezTo>
                <a:cubicBezTo>
                  <a:pt x="105177" y="119819"/>
                  <a:pt x="105022" y="119819"/>
                  <a:pt x="104841" y="119819"/>
                </a:cubicBezTo>
                <a:cubicBezTo>
                  <a:pt x="103008" y="126946"/>
                  <a:pt x="96526" y="132214"/>
                  <a:pt x="88831" y="132214"/>
                </a:cubicBezTo>
                <a:lnTo>
                  <a:pt x="80568" y="132214"/>
                </a:lnTo>
                <a:cubicBezTo>
                  <a:pt x="75997" y="132214"/>
                  <a:pt x="72304" y="128521"/>
                  <a:pt x="72304" y="123950"/>
                </a:cubicBezTo>
                <a:lnTo>
                  <a:pt x="72304" y="8263"/>
                </a:lnTo>
                <a:cubicBezTo>
                  <a:pt x="72304" y="3693"/>
                  <a:pt x="75997" y="0"/>
                  <a:pt x="80568" y="0"/>
                </a:cubicBezTo>
                <a:lnTo>
                  <a:pt x="86765" y="0"/>
                </a:lnTo>
                <a:cubicBezTo>
                  <a:pt x="94745" y="0"/>
                  <a:pt x="101226" y="6482"/>
                  <a:pt x="101226" y="1446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38823" y="2058758"/>
            <a:ext cx="642181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YOLOv8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1069" y="2398736"/>
            <a:ext cx="3003142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Nesne tespit modeli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38774" y="1902934"/>
            <a:ext cx="3173131" cy="802727"/>
          </a:xfrm>
          <a:custGeom>
            <a:avLst/>
            <a:gdLst/>
            <a:ahLst/>
            <a:cxnLst/>
            <a:rect l="l" t="t" r="r" b="b"/>
            <a:pathLst>
              <a:path w="3173131" h="802727">
                <a:moveTo>
                  <a:pt x="75553" y="0"/>
                </a:moveTo>
                <a:lnTo>
                  <a:pt x="3097578" y="0"/>
                </a:lnTo>
                <a:cubicBezTo>
                  <a:pt x="3139305" y="0"/>
                  <a:pt x="3173131" y="33826"/>
                  <a:pt x="3173131" y="75553"/>
                </a:cubicBezTo>
                <a:lnTo>
                  <a:pt x="3173131" y="727174"/>
                </a:lnTo>
                <a:cubicBezTo>
                  <a:pt x="3173131" y="768901"/>
                  <a:pt x="3139305" y="802727"/>
                  <a:pt x="3097578" y="802727"/>
                </a:cubicBezTo>
                <a:lnTo>
                  <a:pt x="75553" y="802727"/>
                </a:lnTo>
                <a:cubicBezTo>
                  <a:pt x="33826" y="802727"/>
                  <a:pt x="0" y="768901"/>
                  <a:pt x="0" y="727174"/>
                </a:cubicBezTo>
                <a:lnTo>
                  <a:pt x="0" y="75553"/>
                </a:lnTo>
                <a:cubicBezTo>
                  <a:pt x="0" y="33854"/>
                  <a:pt x="33854" y="0"/>
                  <a:pt x="75553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56822" y="2020982"/>
            <a:ext cx="302203" cy="302203"/>
          </a:xfrm>
          <a:custGeom>
            <a:avLst/>
            <a:gdLst/>
            <a:ahLst/>
            <a:cxnLst/>
            <a:rect l="l" t="t" r="r" b="b"/>
            <a:pathLst>
              <a:path w="302203" h="302203">
                <a:moveTo>
                  <a:pt x="75551" y="0"/>
                </a:moveTo>
                <a:lnTo>
                  <a:pt x="226652" y="0"/>
                </a:lnTo>
                <a:cubicBezTo>
                  <a:pt x="268350" y="0"/>
                  <a:pt x="302203" y="33853"/>
                  <a:pt x="302203" y="75551"/>
                </a:cubicBezTo>
                <a:lnTo>
                  <a:pt x="302203" y="226652"/>
                </a:lnTo>
                <a:cubicBezTo>
                  <a:pt x="302203" y="268350"/>
                  <a:pt x="268350" y="302203"/>
                  <a:pt x="226652" y="302203"/>
                </a:cubicBezTo>
                <a:lnTo>
                  <a:pt x="75551" y="302203"/>
                </a:lnTo>
                <a:cubicBezTo>
                  <a:pt x="33853" y="302203"/>
                  <a:pt x="0" y="268350"/>
                  <a:pt x="0" y="226652"/>
                </a:cubicBezTo>
                <a:lnTo>
                  <a:pt x="0" y="75551"/>
                </a:lnTo>
                <a:cubicBezTo>
                  <a:pt x="0" y="33825"/>
                  <a:pt x="33825" y="0"/>
                  <a:pt x="75551" y="0"/>
                </a:cubicBezTo>
                <a:close/>
              </a:path>
            </a:pathLst>
          </a:custGeom>
          <a:solidFill>
            <a:srgbClr val="22D3EE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052441" y="2105977"/>
            <a:ext cx="115687" cy="132214"/>
          </a:xfrm>
          <a:custGeom>
            <a:avLst/>
            <a:gdLst/>
            <a:ahLst/>
            <a:cxnLst/>
            <a:rect l="l" t="t" r="r" b="b"/>
            <a:pathLst>
              <a:path w="115687" h="132214">
                <a:moveTo>
                  <a:pt x="8263" y="8263"/>
                </a:moveTo>
                <a:cubicBezTo>
                  <a:pt x="3693" y="8263"/>
                  <a:pt x="0" y="11956"/>
                  <a:pt x="0" y="16527"/>
                </a:cubicBezTo>
                <a:lnTo>
                  <a:pt x="0" y="41317"/>
                </a:lnTo>
                <a:cubicBezTo>
                  <a:pt x="0" y="45887"/>
                  <a:pt x="3693" y="49580"/>
                  <a:pt x="8263" y="49580"/>
                </a:cubicBezTo>
                <a:cubicBezTo>
                  <a:pt x="12834" y="49580"/>
                  <a:pt x="16527" y="45887"/>
                  <a:pt x="16527" y="41317"/>
                </a:cubicBezTo>
                <a:lnTo>
                  <a:pt x="16527" y="24790"/>
                </a:lnTo>
                <a:lnTo>
                  <a:pt x="33053" y="24790"/>
                </a:lnTo>
                <a:cubicBezTo>
                  <a:pt x="37624" y="24790"/>
                  <a:pt x="41317" y="21097"/>
                  <a:pt x="41317" y="16527"/>
                </a:cubicBezTo>
                <a:cubicBezTo>
                  <a:pt x="41317" y="11956"/>
                  <a:pt x="37624" y="8263"/>
                  <a:pt x="33053" y="8263"/>
                </a:cubicBezTo>
                <a:lnTo>
                  <a:pt x="8263" y="8263"/>
                </a:lnTo>
                <a:close/>
                <a:moveTo>
                  <a:pt x="16527" y="90897"/>
                </a:moveTo>
                <a:cubicBezTo>
                  <a:pt x="16527" y="86326"/>
                  <a:pt x="12834" y="82634"/>
                  <a:pt x="8263" y="82634"/>
                </a:cubicBezTo>
                <a:cubicBezTo>
                  <a:pt x="3693" y="82634"/>
                  <a:pt x="0" y="86326"/>
                  <a:pt x="0" y="90897"/>
                </a:cubicBezTo>
                <a:lnTo>
                  <a:pt x="0" y="115687"/>
                </a:lnTo>
                <a:cubicBezTo>
                  <a:pt x="0" y="120258"/>
                  <a:pt x="3693" y="123950"/>
                  <a:pt x="8263" y="123950"/>
                </a:cubicBezTo>
                <a:lnTo>
                  <a:pt x="33053" y="123950"/>
                </a:lnTo>
                <a:cubicBezTo>
                  <a:pt x="37624" y="123950"/>
                  <a:pt x="41317" y="120258"/>
                  <a:pt x="41317" y="115687"/>
                </a:cubicBezTo>
                <a:cubicBezTo>
                  <a:pt x="41317" y="111116"/>
                  <a:pt x="37624" y="107424"/>
                  <a:pt x="33053" y="107424"/>
                </a:cubicBezTo>
                <a:lnTo>
                  <a:pt x="16527" y="107424"/>
                </a:lnTo>
                <a:lnTo>
                  <a:pt x="16527" y="90897"/>
                </a:lnTo>
                <a:close/>
                <a:moveTo>
                  <a:pt x="82634" y="8263"/>
                </a:moveTo>
                <a:cubicBezTo>
                  <a:pt x="78063" y="8263"/>
                  <a:pt x="74370" y="11956"/>
                  <a:pt x="74370" y="16527"/>
                </a:cubicBezTo>
                <a:cubicBezTo>
                  <a:pt x="74370" y="21097"/>
                  <a:pt x="78063" y="24790"/>
                  <a:pt x="82634" y="24790"/>
                </a:cubicBezTo>
                <a:lnTo>
                  <a:pt x="99160" y="24790"/>
                </a:lnTo>
                <a:lnTo>
                  <a:pt x="99160" y="41317"/>
                </a:lnTo>
                <a:cubicBezTo>
                  <a:pt x="99160" y="45887"/>
                  <a:pt x="102853" y="49580"/>
                  <a:pt x="107424" y="49580"/>
                </a:cubicBezTo>
                <a:cubicBezTo>
                  <a:pt x="111994" y="49580"/>
                  <a:pt x="115687" y="45887"/>
                  <a:pt x="115687" y="41317"/>
                </a:cubicBezTo>
                <a:lnTo>
                  <a:pt x="115687" y="16527"/>
                </a:lnTo>
                <a:cubicBezTo>
                  <a:pt x="115687" y="11956"/>
                  <a:pt x="111994" y="8263"/>
                  <a:pt x="107424" y="8263"/>
                </a:cubicBezTo>
                <a:lnTo>
                  <a:pt x="82634" y="8263"/>
                </a:lnTo>
                <a:close/>
                <a:moveTo>
                  <a:pt x="115687" y="90897"/>
                </a:moveTo>
                <a:cubicBezTo>
                  <a:pt x="115687" y="86326"/>
                  <a:pt x="111994" y="82634"/>
                  <a:pt x="107424" y="82634"/>
                </a:cubicBezTo>
                <a:cubicBezTo>
                  <a:pt x="102853" y="82634"/>
                  <a:pt x="99160" y="86326"/>
                  <a:pt x="99160" y="90897"/>
                </a:cubicBezTo>
                <a:lnTo>
                  <a:pt x="99160" y="107424"/>
                </a:lnTo>
                <a:lnTo>
                  <a:pt x="82634" y="107424"/>
                </a:lnTo>
                <a:cubicBezTo>
                  <a:pt x="78063" y="107424"/>
                  <a:pt x="74370" y="111116"/>
                  <a:pt x="74370" y="115687"/>
                </a:cubicBezTo>
                <a:cubicBezTo>
                  <a:pt x="74370" y="120258"/>
                  <a:pt x="78063" y="123950"/>
                  <a:pt x="82634" y="123950"/>
                </a:cubicBezTo>
                <a:lnTo>
                  <a:pt x="107424" y="123950"/>
                </a:lnTo>
                <a:cubicBezTo>
                  <a:pt x="111994" y="123950"/>
                  <a:pt x="115687" y="120258"/>
                  <a:pt x="115687" y="115687"/>
                </a:cubicBezTo>
                <a:lnTo>
                  <a:pt x="115687" y="90897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4334576" y="2058758"/>
            <a:ext cx="566631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ESPCN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956822" y="2398736"/>
            <a:ext cx="3003142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Süper çözünürlük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3021" y="2828431"/>
            <a:ext cx="3173131" cy="802727"/>
          </a:xfrm>
          <a:custGeom>
            <a:avLst/>
            <a:gdLst/>
            <a:ahLst/>
            <a:cxnLst/>
            <a:rect l="l" t="t" r="r" b="b"/>
            <a:pathLst>
              <a:path w="3173131" h="802727">
                <a:moveTo>
                  <a:pt x="75553" y="0"/>
                </a:moveTo>
                <a:lnTo>
                  <a:pt x="3097578" y="0"/>
                </a:lnTo>
                <a:cubicBezTo>
                  <a:pt x="3139305" y="0"/>
                  <a:pt x="3173131" y="33826"/>
                  <a:pt x="3173131" y="75553"/>
                </a:cubicBezTo>
                <a:lnTo>
                  <a:pt x="3173131" y="727174"/>
                </a:lnTo>
                <a:cubicBezTo>
                  <a:pt x="3173131" y="768901"/>
                  <a:pt x="3139305" y="802727"/>
                  <a:pt x="3097578" y="802727"/>
                </a:cubicBezTo>
                <a:lnTo>
                  <a:pt x="75553" y="802727"/>
                </a:lnTo>
                <a:cubicBezTo>
                  <a:pt x="33826" y="802727"/>
                  <a:pt x="0" y="768901"/>
                  <a:pt x="0" y="727174"/>
                </a:cubicBezTo>
                <a:lnTo>
                  <a:pt x="0" y="75553"/>
                </a:lnTo>
                <a:cubicBezTo>
                  <a:pt x="0" y="33854"/>
                  <a:pt x="33854" y="0"/>
                  <a:pt x="75553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1069" y="2946479"/>
            <a:ext cx="302203" cy="302203"/>
          </a:xfrm>
          <a:custGeom>
            <a:avLst/>
            <a:gdLst/>
            <a:ahLst/>
            <a:cxnLst/>
            <a:rect l="l" t="t" r="r" b="b"/>
            <a:pathLst>
              <a:path w="302203" h="302203">
                <a:moveTo>
                  <a:pt x="75551" y="0"/>
                </a:moveTo>
                <a:lnTo>
                  <a:pt x="226652" y="0"/>
                </a:lnTo>
                <a:cubicBezTo>
                  <a:pt x="268350" y="0"/>
                  <a:pt x="302203" y="33853"/>
                  <a:pt x="302203" y="75551"/>
                </a:cubicBezTo>
                <a:lnTo>
                  <a:pt x="302203" y="226652"/>
                </a:lnTo>
                <a:cubicBezTo>
                  <a:pt x="302203" y="268350"/>
                  <a:pt x="268350" y="302203"/>
                  <a:pt x="226652" y="302203"/>
                </a:cubicBezTo>
                <a:lnTo>
                  <a:pt x="75551" y="302203"/>
                </a:lnTo>
                <a:cubicBezTo>
                  <a:pt x="33853" y="302203"/>
                  <a:pt x="0" y="268350"/>
                  <a:pt x="0" y="226652"/>
                </a:cubicBezTo>
                <a:lnTo>
                  <a:pt x="0" y="75551"/>
                </a:lnTo>
                <a:cubicBezTo>
                  <a:pt x="0" y="33825"/>
                  <a:pt x="33825" y="0"/>
                  <a:pt x="7555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48424" y="3031473"/>
            <a:ext cx="132214" cy="132214"/>
          </a:xfrm>
          <a:custGeom>
            <a:avLst/>
            <a:gdLst/>
            <a:ahLst/>
            <a:cxnLst/>
            <a:rect l="l" t="t" r="r" b="b"/>
            <a:pathLst>
              <a:path w="132214" h="132214">
                <a:moveTo>
                  <a:pt x="45448" y="6198"/>
                </a:moveTo>
                <a:cubicBezTo>
                  <a:pt x="45448" y="2763"/>
                  <a:pt x="42685" y="0"/>
                  <a:pt x="39251" y="0"/>
                </a:cubicBezTo>
                <a:cubicBezTo>
                  <a:pt x="35817" y="0"/>
                  <a:pt x="33053" y="2763"/>
                  <a:pt x="33053" y="6198"/>
                </a:cubicBezTo>
                <a:lnTo>
                  <a:pt x="33053" y="16527"/>
                </a:lnTo>
                <a:cubicBezTo>
                  <a:pt x="23938" y="16527"/>
                  <a:pt x="16527" y="23938"/>
                  <a:pt x="16527" y="33053"/>
                </a:cubicBezTo>
                <a:lnTo>
                  <a:pt x="6198" y="33053"/>
                </a:lnTo>
                <a:cubicBezTo>
                  <a:pt x="2763" y="33053"/>
                  <a:pt x="0" y="35817"/>
                  <a:pt x="0" y="39251"/>
                </a:cubicBezTo>
                <a:cubicBezTo>
                  <a:pt x="0" y="42685"/>
                  <a:pt x="2763" y="45448"/>
                  <a:pt x="6198" y="45448"/>
                </a:cubicBezTo>
                <a:lnTo>
                  <a:pt x="16527" y="45448"/>
                </a:lnTo>
                <a:lnTo>
                  <a:pt x="16527" y="59909"/>
                </a:lnTo>
                <a:lnTo>
                  <a:pt x="6198" y="59909"/>
                </a:lnTo>
                <a:cubicBezTo>
                  <a:pt x="2763" y="59909"/>
                  <a:pt x="0" y="62672"/>
                  <a:pt x="0" y="66107"/>
                </a:cubicBezTo>
                <a:cubicBezTo>
                  <a:pt x="0" y="69541"/>
                  <a:pt x="2763" y="72304"/>
                  <a:pt x="6198" y="72304"/>
                </a:cubicBezTo>
                <a:lnTo>
                  <a:pt x="16527" y="72304"/>
                </a:lnTo>
                <a:lnTo>
                  <a:pt x="16527" y="86765"/>
                </a:lnTo>
                <a:lnTo>
                  <a:pt x="6198" y="86765"/>
                </a:lnTo>
                <a:cubicBezTo>
                  <a:pt x="2763" y="86765"/>
                  <a:pt x="0" y="89528"/>
                  <a:pt x="0" y="92963"/>
                </a:cubicBezTo>
                <a:cubicBezTo>
                  <a:pt x="0" y="96397"/>
                  <a:pt x="2763" y="99160"/>
                  <a:pt x="6198" y="99160"/>
                </a:cubicBezTo>
                <a:lnTo>
                  <a:pt x="16527" y="99160"/>
                </a:lnTo>
                <a:cubicBezTo>
                  <a:pt x="16527" y="108276"/>
                  <a:pt x="23938" y="115687"/>
                  <a:pt x="33053" y="115687"/>
                </a:cubicBezTo>
                <a:lnTo>
                  <a:pt x="33053" y="126016"/>
                </a:lnTo>
                <a:cubicBezTo>
                  <a:pt x="33053" y="129451"/>
                  <a:pt x="35817" y="132214"/>
                  <a:pt x="39251" y="132214"/>
                </a:cubicBezTo>
                <a:cubicBezTo>
                  <a:pt x="42685" y="132214"/>
                  <a:pt x="45448" y="129451"/>
                  <a:pt x="45448" y="126016"/>
                </a:cubicBezTo>
                <a:lnTo>
                  <a:pt x="45448" y="115687"/>
                </a:lnTo>
                <a:lnTo>
                  <a:pt x="59909" y="115687"/>
                </a:lnTo>
                <a:lnTo>
                  <a:pt x="59909" y="126016"/>
                </a:lnTo>
                <a:cubicBezTo>
                  <a:pt x="59909" y="129451"/>
                  <a:pt x="62672" y="132214"/>
                  <a:pt x="66107" y="132214"/>
                </a:cubicBezTo>
                <a:cubicBezTo>
                  <a:pt x="69541" y="132214"/>
                  <a:pt x="72304" y="129451"/>
                  <a:pt x="72304" y="126016"/>
                </a:cubicBezTo>
                <a:lnTo>
                  <a:pt x="72304" y="115687"/>
                </a:lnTo>
                <a:lnTo>
                  <a:pt x="86765" y="115687"/>
                </a:lnTo>
                <a:lnTo>
                  <a:pt x="86765" y="126016"/>
                </a:lnTo>
                <a:cubicBezTo>
                  <a:pt x="86765" y="129451"/>
                  <a:pt x="89528" y="132214"/>
                  <a:pt x="92963" y="132214"/>
                </a:cubicBezTo>
                <a:cubicBezTo>
                  <a:pt x="96397" y="132214"/>
                  <a:pt x="99160" y="129451"/>
                  <a:pt x="99160" y="126016"/>
                </a:cubicBezTo>
                <a:lnTo>
                  <a:pt x="99160" y="115687"/>
                </a:lnTo>
                <a:cubicBezTo>
                  <a:pt x="108276" y="115687"/>
                  <a:pt x="115687" y="108276"/>
                  <a:pt x="115687" y="99160"/>
                </a:cubicBezTo>
                <a:lnTo>
                  <a:pt x="126016" y="99160"/>
                </a:lnTo>
                <a:cubicBezTo>
                  <a:pt x="129451" y="99160"/>
                  <a:pt x="132214" y="96397"/>
                  <a:pt x="132214" y="92963"/>
                </a:cubicBezTo>
                <a:cubicBezTo>
                  <a:pt x="132214" y="89528"/>
                  <a:pt x="129451" y="86765"/>
                  <a:pt x="126016" y="86765"/>
                </a:cubicBezTo>
                <a:lnTo>
                  <a:pt x="115687" y="86765"/>
                </a:lnTo>
                <a:lnTo>
                  <a:pt x="115687" y="72304"/>
                </a:lnTo>
                <a:lnTo>
                  <a:pt x="126016" y="72304"/>
                </a:lnTo>
                <a:cubicBezTo>
                  <a:pt x="129451" y="72304"/>
                  <a:pt x="132214" y="69541"/>
                  <a:pt x="132214" y="66107"/>
                </a:cubicBezTo>
                <a:cubicBezTo>
                  <a:pt x="132214" y="62672"/>
                  <a:pt x="129451" y="59909"/>
                  <a:pt x="126016" y="59909"/>
                </a:cubicBezTo>
                <a:lnTo>
                  <a:pt x="115687" y="59909"/>
                </a:lnTo>
                <a:lnTo>
                  <a:pt x="115687" y="45448"/>
                </a:lnTo>
                <a:lnTo>
                  <a:pt x="126016" y="45448"/>
                </a:lnTo>
                <a:cubicBezTo>
                  <a:pt x="129451" y="45448"/>
                  <a:pt x="132214" y="42685"/>
                  <a:pt x="132214" y="39251"/>
                </a:cubicBezTo>
                <a:cubicBezTo>
                  <a:pt x="132214" y="35817"/>
                  <a:pt x="129451" y="33053"/>
                  <a:pt x="126016" y="33053"/>
                </a:cubicBezTo>
                <a:lnTo>
                  <a:pt x="115687" y="33053"/>
                </a:lnTo>
                <a:cubicBezTo>
                  <a:pt x="115687" y="23938"/>
                  <a:pt x="108276" y="16527"/>
                  <a:pt x="99160" y="16527"/>
                </a:cubicBezTo>
                <a:lnTo>
                  <a:pt x="99160" y="6198"/>
                </a:lnTo>
                <a:cubicBezTo>
                  <a:pt x="99160" y="2763"/>
                  <a:pt x="96397" y="0"/>
                  <a:pt x="92963" y="0"/>
                </a:cubicBezTo>
                <a:cubicBezTo>
                  <a:pt x="89528" y="0"/>
                  <a:pt x="86765" y="2763"/>
                  <a:pt x="86765" y="6198"/>
                </a:cubicBezTo>
                <a:lnTo>
                  <a:pt x="86765" y="16527"/>
                </a:lnTo>
                <a:lnTo>
                  <a:pt x="72304" y="16527"/>
                </a:lnTo>
                <a:lnTo>
                  <a:pt x="72304" y="6198"/>
                </a:lnTo>
                <a:cubicBezTo>
                  <a:pt x="72304" y="2763"/>
                  <a:pt x="69541" y="0"/>
                  <a:pt x="66107" y="0"/>
                </a:cubicBezTo>
                <a:cubicBezTo>
                  <a:pt x="62672" y="0"/>
                  <a:pt x="59909" y="2763"/>
                  <a:pt x="59909" y="6198"/>
                </a:cubicBezTo>
                <a:lnTo>
                  <a:pt x="59909" y="16527"/>
                </a:lnTo>
                <a:lnTo>
                  <a:pt x="45448" y="16527"/>
                </a:lnTo>
                <a:lnTo>
                  <a:pt x="45448" y="6198"/>
                </a:lnTo>
                <a:close/>
                <a:moveTo>
                  <a:pt x="41317" y="33053"/>
                </a:moveTo>
                <a:lnTo>
                  <a:pt x="90897" y="33053"/>
                </a:lnTo>
                <a:cubicBezTo>
                  <a:pt x="95468" y="33053"/>
                  <a:pt x="99160" y="36746"/>
                  <a:pt x="99160" y="41317"/>
                </a:cubicBezTo>
                <a:lnTo>
                  <a:pt x="99160" y="90897"/>
                </a:lnTo>
                <a:cubicBezTo>
                  <a:pt x="99160" y="95468"/>
                  <a:pt x="95468" y="99160"/>
                  <a:pt x="90897" y="99160"/>
                </a:cubicBezTo>
                <a:lnTo>
                  <a:pt x="41317" y="99160"/>
                </a:lnTo>
                <a:cubicBezTo>
                  <a:pt x="36746" y="99160"/>
                  <a:pt x="33053" y="95468"/>
                  <a:pt x="33053" y="90897"/>
                </a:cubicBezTo>
                <a:lnTo>
                  <a:pt x="33053" y="41317"/>
                </a:lnTo>
                <a:cubicBezTo>
                  <a:pt x="33053" y="36746"/>
                  <a:pt x="36746" y="33053"/>
                  <a:pt x="41317" y="33053"/>
                </a:cubicBezTo>
                <a:close/>
                <a:moveTo>
                  <a:pt x="45448" y="45448"/>
                </a:moveTo>
                <a:lnTo>
                  <a:pt x="45448" y="86765"/>
                </a:lnTo>
                <a:lnTo>
                  <a:pt x="86765" y="86765"/>
                </a:lnTo>
                <a:lnTo>
                  <a:pt x="86765" y="45448"/>
                </a:lnTo>
                <a:lnTo>
                  <a:pt x="45448" y="4544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1038823" y="2984254"/>
            <a:ext cx="594962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Edge AI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1069" y="3324232"/>
            <a:ext cx="3003142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Kenar cihaz desteği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38774" y="2828431"/>
            <a:ext cx="3173131" cy="802727"/>
          </a:xfrm>
          <a:custGeom>
            <a:avLst/>
            <a:gdLst/>
            <a:ahLst/>
            <a:cxnLst/>
            <a:rect l="l" t="t" r="r" b="b"/>
            <a:pathLst>
              <a:path w="3173131" h="802727">
                <a:moveTo>
                  <a:pt x="75553" y="0"/>
                </a:moveTo>
                <a:lnTo>
                  <a:pt x="3097578" y="0"/>
                </a:lnTo>
                <a:cubicBezTo>
                  <a:pt x="3139305" y="0"/>
                  <a:pt x="3173131" y="33826"/>
                  <a:pt x="3173131" y="75553"/>
                </a:cubicBezTo>
                <a:lnTo>
                  <a:pt x="3173131" y="727174"/>
                </a:lnTo>
                <a:cubicBezTo>
                  <a:pt x="3173131" y="768901"/>
                  <a:pt x="3139305" y="802727"/>
                  <a:pt x="3097578" y="802727"/>
                </a:cubicBezTo>
                <a:lnTo>
                  <a:pt x="75553" y="802727"/>
                </a:lnTo>
                <a:cubicBezTo>
                  <a:pt x="33826" y="802727"/>
                  <a:pt x="0" y="768901"/>
                  <a:pt x="0" y="727174"/>
                </a:cubicBezTo>
                <a:lnTo>
                  <a:pt x="0" y="75553"/>
                </a:lnTo>
                <a:cubicBezTo>
                  <a:pt x="0" y="33854"/>
                  <a:pt x="33854" y="0"/>
                  <a:pt x="75553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56822" y="2946479"/>
            <a:ext cx="302203" cy="302203"/>
          </a:xfrm>
          <a:custGeom>
            <a:avLst/>
            <a:gdLst/>
            <a:ahLst/>
            <a:cxnLst/>
            <a:rect l="l" t="t" r="r" b="b"/>
            <a:pathLst>
              <a:path w="302203" h="302203">
                <a:moveTo>
                  <a:pt x="75551" y="0"/>
                </a:moveTo>
                <a:lnTo>
                  <a:pt x="226652" y="0"/>
                </a:lnTo>
                <a:cubicBezTo>
                  <a:pt x="268350" y="0"/>
                  <a:pt x="302203" y="33853"/>
                  <a:pt x="302203" y="75551"/>
                </a:cubicBezTo>
                <a:lnTo>
                  <a:pt x="302203" y="226652"/>
                </a:lnTo>
                <a:cubicBezTo>
                  <a:pt x="302203" y="268350"/>
                  <a:pt x="268350" y="302203"/>
                  <a:pt x="226652" y="302203"/>
                </a:cubicBezTo>
                <a:lnTo>
                  <a:pt x="75551" y="302203"/>
                </a:lnTo>
                <a:cubicBezTo>
                  <a:pt x="33853" y="302203"/>
                  <a:pt x="0" y="268350"/>
                  <a:pt x="0" y="226652"/>
                </a:cubicBezTo>
                <a:lnTo>
                  <a:pt x="0" y="75551"/>
                </a:lnTo>
                <a:cubicBezTo>
                  <a:pt x="0" y="33825"/>
                  <a:pt x="33825" y="0"/>
                  <a:pt x="75551" y="0"/>
                </a:cubicBezTo>
                <a:close/>
              </a:path>
            </a:pathLst>
          </a:custGeom>
          <a:solidFill>
            <a:srgbClr val="22D3EE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052441" y="3031473"/>
            <a:ext cx="115687" cy="132214"/>
          </a:xfrm>
          <a:custGeom>
            <a:avLst/>
            <a:gdLst/>
            <a:ahLst/>
            <a:cxnLst/>
            <a:rect l="l" t="t" r="r" b="b"/>
            <a:pathLst>
              <a:path w="115687" h="132214">
                <a:moveTo>
                  <a:pt x="16527" y="8263"/>
                </a:moveTo>
                <a:cubicBezTo>
                  <a:pt x="7411" y="8263"/>
                  <a:pt x="0" y="15675"/>
                  <a:pt x="0" y="24790"/>
                </a:cubicBezTo>
                <a:lnTo>
                  <a:pt x="0" y="41317"/>
                </a:lnTo>
                <a:cubicBezTo>
                  <a:pt x="0" y="50432"/>
                  <a:pt x="7411" y="57844"/>
                  <a:pt x="16527" y="57844"/>
                </a:cubicBezTo>
                <a:lnTo>
                  <a:pt x="99160" y="57844"/>
                </a:lnTo>
                <a:cubicBezTo>
                  <a:pt x="108276" y="57844"/>
                  <a:pt x="115687" y="50432"/>
                  <a:pt x="115687" y="41317"/>
                </a:cubicBezTo>
                <a:lnTo>
                  <a:pt x="115687" y="24790"/>
                </a:lnTo>
                <a:cubicBezTo>
                  <a:pt x="115687" y="15675"/>
                  <a:pt x="108276" y="8263"/>
                  <a:pt x="99160" y="8263"/>
                </a:cubicBezTo>
                <a:lnTo>
                  <a:pt x="16527" y="8263"/>
                </a:lnTo>
                <a:close/>
                <a:moveTo>
                  <a:pt x="72304" y="26856"/>
                </a:moveTo>
                <a:cubicBezTo>
                  <a:pt x="75725" y="26856"/>
                  <a:pt x="78502" y="29633"/>
                  <a:pt x="78502" y="33053"/>
                </a:cubicBezTo>
                <a:cubicBezTo>
                  <a:pt x="78502" y="36474"/>
                  <a:pt x="75725" y="39251"/>
                  <a:pt x="72304" y="39251"/>
                </a:cubicBezTo>
                <a:cubicBezTo>
                  <a:pt x="68884" y="39251"/>
                  <a:pt x="66107" y="36474"/>
                  <a:pt x="66107" y="33053"/>
                </a:cubicBezTo>
                <a:cubicBezTo>
                  <a:pt x="66107" y="29633"/>
                  <a:pt x="68884" y="26856"/>
                  <a:pt x="72304" y="26856"/>
                </a:cubicBezTo>
                <a:close/>
                <a:moveTo>
                  <a:pt x="86765" y="33053"/>
                </a:moveTo>
                <a:cubicBezTo>
                  <a:pt x="86765" y="29633"/>
                  <a:pt x="89542" y="26856"/>
                  <a:pt x="92963" y="26856"/>
                </a:cubicBezTo>
                <a:cubicBezTo>
                  <a:pt x="96383" y="26856"/>
                  <a:pt x="99160" y="29633"/>
                  <a:pt x="99160" y="33053"/>
                </a:cubicBezTo>
                <a:cubicBezTo>
                  <a:pt x="99160" y="36474"/>
                  <a:pt x="96383" y="39251"/>
                  <a:pt x="92963" y="39251"/>
                </a:cubicBezTo>
                <a:cubicBezTo>
                  <a:pt x="89542" y="39251"/>
                  <a:pt x="86765" y="36474"/>
                  <a:pt x="86765" y="33053"/>
                </a:cubicBezTo>
                <a:close/>
                <a:moveTo>
                  <a:pt x="16527" y="74370"/>
                </a:moveTo>
                <a:cubicBezTo>
                  <a:pt x="7411" y="74370"/>
                  <a:pt x="0" y="81781"/>
                  <a:pt x="0" y="90897"/>
                </a:cubicBezTo>
                <a:lnTo>
                  <a:pt x="0" y="107424"/>
                </a:lnTo>
                <a:cubicBezTo>
                  <a:pt x="0" y="116539"/>
                  <a:pt x="7411" y="123950"/>
                  <a:pt x="16527" y="123950"/>
                </a:cubicBezTo>
                <a:lnTo>
                  <a:pt x="99160" y="123950"/>
                </a:lnTo>
                <a:cubicBezTo>
                  <a:pt x="108276" y="123950"/>
                  <a:pt x="115687" y="116539"/>
                  <a:pt x="115687" y="107424"/>
                </a:cubicBezTo>
                <a:lnTo>
                  <a:pt x="115687" y="90897"/>
                </a:lnTo>
                <a:cubicBezTo>
                  <a:pt x="115687" y="81781"/>
                  <a:pt x="108276" y="74370"/>
                  <a:pt x="99160" y="74370"/>
                </a:cubicBezTo>
                <a:lnTo>
                  <a:pt x="16527" y="74370"/>
                </a:lnTo>
                <a:close/>
                <a:moveTo>
                  <a:pt x="72304" y="92963"/>
                </a:moveTo>
                <a:cubicBezTo>
                  <a:pt x="75725" y="92963"/>
                  <a:pt x="78502" y="95740"/>
                  <a:pt x="78502" y="99160"/>
                </a:cubicBezTo>
                <a:cubicBezTo>
                  <a:pt x="78502" y="102581"/>
                  <a:pt x="75725" y="105358"/>
                  <a:pt x="72304" y="105358"/>
                </a:cubicBezTo>
                <a:cubicBezTo>
                  <a:pt x="68884" y="105358"/>
                  <a:pt x="66107" y="102581"/>
                  <a:pt x="66107" y="99160"/>
                </a:cubicBezTo>
                <a:cubicBezTo>
                  <a:pt x="66107" y="95740"/>
                  <a:pt x="68884" y="92963"/>
                  <a:pt x="72304" y="92963"/>
                </a:cubicBezTo>
                <a:close/>
                <a:moveTo>
                  <a:pt x="86765" y="99160"/>
                </a:moveTo>
                <a:cubicBezTo>
                  <a:pt x="86765" y="95740"/>
                  <a:pt x="89542" y="92963"/>
                  <a:pt x="92963" y="92963"/>
                </a:cubicBezTo>
                <a:cubicBezTo>
                  <a:pt x="96383" y="92963"/>
                  <a:pt x="99160" y="95740"/>
                  <a:pt x="99160" y="99160"/>
                </a:cubicBezTo>
                <a:cubicBezTo>
                  <a:pt x="99160" y="102581"/>
                  <a:pt x="96383" y="105358"/>
                  <a:pt x="92963" y="105358"/>
                </a:cubicBezTo>
                <a:cubicBezTo>
                  <a:pt x="89542" y="105358"/>
                  <a:pt x="86765" y="102581"/>
                  <a:pt x="86765" y="99160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26" name="Text 24"/>
          <p:cNvSpPr/>
          <p:nvPr/>
        </p:nvSpPr>
        <p:spPr>
          <a:xfrm>
            <a:off x="4334576" y="2984254"/>
            <a:ext cx="472192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956822" y="3324232"/>
            <a:ext cx="3003142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Bulut entegrasyonu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2476" y="3914473"/>
            <a:ext cx="6790122" cy="897165"/>
          </a:xfrm>
          <a:custGeom>
            <a:avLst/>
            <a:gdLst/>
            <a:ahLst/>
            <a:cxnLst/>
            <a:rect l="l" t="t" r="r" b="b"/>
            <a:pathLst>
              <a:path w="6790122" h="897165">
                <a:moveTo>
                  <a:pt x="113330" y="0"/>
                </a:moveTo>
                <a:lnTo>
                  <a:pt x="6676793" y="0"/>
                </a:lnTo>
                <a:cubicBezTo>
                  <a:pt x="6739383" y="0"/>
                  <a:pt x="6790122" y="50740"/>
                  <a:pt x="6790122" y="113330"/>
                </a:cubicBezTo>
                <a:lnTo>
                  <a:pt x="6790122" y="783835"/>
                </a:lnTo>
                <a:cubicBezTo>
                  <a:pt x="6790122" y="846425"/>
                  <a:pt x="6739383" y="897165"/>
                  <a:pt x="6676793" y="897165"/>
                </a:cubicBezTo>
                <a:lnTo>
                  <a:pt x="113330" y="897165"/>
                </a:lnTo>
                <a:cubicBezTo>
                  <a:pt x="50740" y="897165"/>
                  <a:pt x="0" y="846425"/>
                  <a:pt x="0" y="783835"/>
                </a:cubicBezTo>
                <a:lnTo>
                  <a:pt x="0" y="113330"/>
                </a:lnTo>
                <a:cubicBezTo>
                  <a:pt x="0" y="50740"/>
                  <a:pt x="50740" y="0"/>
                  <a:pt x="11333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8299" y="4070296"/>
            <a:ext cx="377754" cy="377754"/>
          </a:xfrm>
          <a:custGeom>
            <a:avLst/>
            <a:gdLst/>
            <a:ahLst/>
            <a:cxnLst/>
            <a:rect l="l" t="t" r="r" b="b"/>
            <a:pathLst>
              <a:path w="377754" h="377754">
                <a:moveTo>
                  <a:pt x="75551" y="0"/>
                </a:moveTo>
                <a:lnTo>
                  <a:pt x="302203" y="0"/>
                </a:lnTo>
                <a:cubicBezTo>
                  <a:pt x="343901" y="0"/>
                  <a:pt x="377754" y="33853"/>
                  <a:pt x="377754" y="75551"/>
                </a:cubicBezTo>
                <a:lnTo>
                  <a:pt x="377754" y="302203"/>
                </a:lnTo>
                <a:cubicBezTo>
                  <a:pt x="377754" y="343901"/>
                  <a:pt x="343901" y="377754"/>
                  <a:pt x="302203" y="377754"/>
                </a:cubicBezTo>
                <a:lnTo>
                  <a:pt x="75551" y="377754"/>
                </a:lnTo>
                <a:cubicBezTo>
                  <a:pt x="33853" y="377754"/>
                  <a:pt x="0" y="343901"/>
                  <a:pt x="0" y="302203"/>
                </a:cubicBezTo>
                <a:lnTo>
                  <a:pt x="0" y="75551"/>
                </a:lnTo>
                <a:cubicBezTo>
                  <a:pt x="0" y="33825"/>
                  <a:pt x="33825" y="0"/>
                  <a:pt x="75551" y="0"/>
                </a:cubicBezTo>
                <a:close/>
              </a:path>
            </a:pathLst>
          </a:custGeom>
          <a:solidFill>
            <a:srgbClr val="6366F1">
              <a:alpha val="14902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44542" y="4174178"/>
            <a:ext cx="169989" cy="169989"/>
          </a:xfrm>
          <a:custGeom>
            <a:avLst/>
            <a:gdLst/>
            <a:ahLst/>
            <a:cxnLst/>
            <a:rect l="l" t="t" r="r" b="b"/>
            <a:pathLst>
              <a:path w="169989" h="169989">
                <a:moveTo>
                  <a:pt x="0" y="84995"/>
                </a:moveTo>
                <a:cubicBezTo>
                  <a:pt x="0" y="38085"/>
                  <a:pt x="38085" y="0"/>
                  <a:pt x="84995" y="0"/>
                </a:cubicBezTo>
                <a:cubicBezTo>
                  <a:pt x="131904" y="0"/>
                  <a:pt x="169989" y="38085"/>
                  <a:pt x="169989" y="84995"/>
                </a:cubicBezTo>
                <a:cubicBezTo>
                  <a:pt x="169989" y="131904"/>
                  <a:pt x="131904" y="169989"/>
                  <a:pt x="84995" y="169989"/>
                </a:cubicBezTo>
                <a:cubicBezTo>
                  <a:pt x="38085" y="169989"/>
                  <a:pt x="0" y="131904"/>
                  <a:pt x="0" y="84995"/>
                </a:cubicBezTo>
                <a:close/>
                <a:moveTo>
                  <a:pt x="95619" y="31873"/>
                </a:moveTo>
                <a:cubicBezTo>
                  <a:pt x="95619" y="26009"/>
                  <a:pt x="90858" y="21249"/>
                  <a:pt x="84995" y="21249"/>
                </a:cubicBezTo>
                <a:cubicBezTo>
                  <a:pt x="79131" y="21249"/>
                  <a:pt x="74370" y="26009"/>
                  <a:pt x="74370" y="31873"/>
                </a:cubicBezTo>
                <a:cubicBezTo>
                  <a:pt x="74370" y="37737"/>
                  <a:pt x="79131" y="42497"/>
                  <a:pt x="84995" y="42497"/>
                </a:cubicBezTo>
                <a:cubicBezTo>
                  <a:pt x="90858" y="42497"/>
                  <a:pt x="95619" y="37737"/>
                  <a:pt x="95619" y="31873"/>
                </a:cubicBezTo>
                <a:close/>
                <a:moveTo>
                  <a:pt x="84995" y="138116"/>
                </a:moveTo>
                <a:cubicBezTo>
                  <a:pt x="96715" y="138116"/>
                  <a:pt x="106243" y="128588"/>
                  <a:pt x="106243" y="116868"/>
                </a:cubicBezTo>
                <a:cubicBezTo>
                  <a:pt x="106243" y="111489"/>
                  <a:pt x="104251" y="106542"/>
                  <a:pt x="100931" y="102824"/>
                </a:cubicBezTo>
                <a:lnTo>
                  <a:pt x="124006" y="56707"/>
                </a:lnTo>
                <a:cubicBezTo>
                  <a:pt x="125965" y="52756"/>
                  <a:pt x="124371" y="47975"/>
                  <a:pt x="120453" y="46017"/>
                </a:cubicBezTo>
                <a:cubicBezTo>
                  <a:pt x="116536" y="44058"/>
                  <a:pt x="111721" y="45651"/>
                  <a:pt x="109763" y="49569"/>
                </a:cubicBezTo>
                <a:lnTo>
                  <a:pt x="86688" y="95685"/>
                </a:lnTo>
                <a:cubicBezTo>
                  <a:pt x="86123" y="95652"/>
                  <a:pt x="85559" y="95619"/>
                  <a:pt x="84995" y="95619"/>
                </a:cubicBezTo>
                <a:cubicBezTo>
                  <a:pt x="73275" y="95619"/>
                  <a:pt x="63746" y="105148"/>
                  <a:pt x="63746" y="116868"/>
                </a:cubicBezTo>
                <a:cubicBezTo>
                  <a:pt x="63746" y="128588"/>
                  <a:pt x="73275" y="138116"/>
                  <a:pt x="84995" y="138116"/>
                </a:cubicBezTo>
                <a:close/>
                <a:moveTo>
                  <a:pt x="58434" y="47809"/>
                </a:moveTo>
                <a:cubicBezTo>
                  <a:pt x="58434" y="41946"/>
                  <a:pt x="53673" y="37185"/>
                  <a:pt x="47809" y="37185"/>
                </a:cubicBezTo>
                <a:cubicBezTo>
                  <a:pt x="41946" y="37185"/>
                  <a:pt x="37185" y="41946"/>
                  <a:pt x="37185" y="47809"/>
                </a:cubicBezTo>
                <a:cubicBezTo>
                  <a:pt x="37185" y="53673"/>
                  <a:pt x="41946" y="58434"/>
                  <a:pt x="47809" y="58434"/>
                </a:cubicBezTo>
                <a:cubicBezTo>
                  <a:pt x="53673" y="58434"/>
                  <a:pt x="58434" y="53673"/>
                  <a:pt x="58434" y="47809"/>
                </a:cubicBezTo>
                <a:close/>
                <a:moveTo>
                  <a:pt x="31873" y="95619"/>
                </a:moveTo>
                <a:cubicBezTo>
                  <a:pt x="37737" y="95619"/>
                  <a:pt x="42497" y="90858"/>
                  <a:pt x="42497" y="84995"/>
                </a:cubicBezTo>
                <a:cubicBezTo>
                  <a:pt x="42497" y="79131"/>
                  <a:pt x="37737" y="74370"/>
                  <a:pt x="31873" y="74370"/>
                </a:cubicBezTo>
                <a:cubicBezTo>
                  <a:pt x="26009" y="74370"/>
                  <a:pt x="21249" y="79131"/>
                  <a:pt x="21249" y="84995"/>
                </a:cubicBezTo>
                <a:cubicBezTo>
                  <a:pt x="21249" y="90858"/>
                  <a:pt x="26009" y="95619"/>
                  <a:pt x="31873" y="95619"/>
                </a:cubicBezTo>
                <a:close/>
                <a:moveTo>
                  <a:pt x="148741" y="84995"/>
                </a:moveTo>
                <a:cubicBezTo>
                  <a:pt x="148741" y="79131"/>
                  <a:pt x="143980" y="74370"/>
                  <a:pt x="138116" y="74370"/>
                </a:cubicBezTo>
                <a:cubicBezTo>
                  <a:pt x="132252" y="74370"/>
                  <a:pt x="127492" y="79131"/>
                  <a:pt x="127492" y="84995"/>
                </a:cubicBezTo>
                <a:cubicBezTo>
                  <a:pt x="127492" y="90858"/>
                  <a:pt x="132252" y="95619"/>
                  <a:pt x="138116" y="95619"/>
                </a:cubicBezTo>
                <a:cubicBezTo>
                  <a:pt x="143980" y="95619"/>
                  <a:pt x="148741" y="90858"/>
                  <a:pt x="148741" y="8499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1" name="Text 29"/>
          <p:cNvSpPr/>
          <p:nvPr/>
        </p:nvSpPr>
        <p:spPr>
          <a:xfrm>
            <a:off x="1029379" y="4070296"/>
            <a:ext cx="5449097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Gerçek Zamanlı İşleme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29379" y="4410274"/>
            <a:ext cx="5439653" cy="245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30+ FPS</a:t>
            </a:r>
            <a:pPr>
              <a:lnSpc>
                <a:spcPct val="140000"/>
              </a:lnSpc>
            </a:pPr>
            <a:r>
              <a:rPr lang="en-US" sz="119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işleme hızı ile canlı video akışlarında anlık analiz. </a:t>
            </a:r>
            <a:pPr>
              <a:lnSpc>
                <a:spcPct val="140000"/>
              </a:lnSpc>
            </a:pPr>
            <a:r>
              <a:rPr lang="en-US" sz="119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&lt;100ms</a:t>
            </a:r>
            <a:pPr>
              <a:lnSpc>
                <a:spcPct val="140000"/>
              </a:lnSpc>
            </a:pPr>
            <a:r>
              <a:rPr lang="en-US" sz="119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gecikme süresi.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2476" y="4934407"/>
            <a:ext cx="6790122" cy="897165"/>
          </a:xfrm>
          <a:custGeom>
            <a:avLst/>
            <a:gdLst/>
            <a:ahLst/>
            <a:cxnLst/>
            <a:rect l="l" t="t" r="r" b="b"/>
            <a:pathLst>
              <a:path w="6790122" h="897165">
                <a:moveTo>
                  <a:pt x="113330" y="0"/>
                </a:moveTo>
                <a:lnTo>
                  <a:pt x="6676793" y="0"/>
                </a:lnTo>
                <a:cubicBezTo>
                  <a:pt x="6739383" y="0"/>
                  <a:pt x="6790122" y="50740"/>
                  <a:pt x="6790122" y="113330"/>
                </a:cubicBezTo>
                <a:lnTo>
                  <a:pt x="6790122" y="783835"/>
                </a:lnTo>
                <a:cubicBezTo>
                  <a:pt x="6790122" y="846425"/>
                  <a:pt x="6739383" y="897165"/>
                  <a:pt x="6676793" y="897165"/>
                </a:cubicBezTo>
                <a:lnTo>
                  <a:pt x="113330" y="897165"/>
                </a:lnTo>
                <a:cubicBezTo>
                  <a:pt x="50740" y="897165"/>
                  <a:pt x="0" y="846425"/>
                  <a:pt x="0" y="783835"/>
                </a:cubicBezTo>
                <a:lnTo>
                  <a:pt x="0" y="113330"/>
                </a:lnTo>
                <a:cubicBezTo>
                  <a:pt x="0" y="50740"/>
                  <a:pt x="50740" y="0"/>
                  <a:pt x="11333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8299" y="5090231"/>
            <a:ext cx="377754" cy="377754"/>
          </a:xfrm>
          <a:custGeom>
            <a:avLst/>
            <a:gdLst/>
            <a:ahLst/>
            <a:cxnLst/>
            <a:rect l="l" t="t" r="r" b="b"/>
            <a:pathLst>
              <a:path w="377754" h="377754">
                <a:moveTo>
                  <a:pt x="75551" y="0"/>
                </a:moveTo>
                <a:lnTo>
                  <a:pt x="302203" y="0"/>
                </a:lnTo>
                <a:cubicBezTo>
                  <a:pt x="343901" y="0"/>
                  <a:pt x="377754" y="33853"/>
                  <a:pt x="377754" y="75551"/>
                </a:cubicBezTo>
                <a:lnTo>
                  <a:pt x="377754" y="302203"/>
                </a:lnTo>
                <a:cubicBezTo>
                  <a:pt x="377754" y="343901"/>
                  <a:pt x="343901" y="377754"/>
                  <a:pt x="302203" y="377754"/>
                </a:cubicBezTo>
                <a:lnTo>
                  <a:pt x="75551" y="377754"/>
                </a:lnTo>
                <a:cubicBezTo>
                  <a:pt x="33853" y="377754"/>
                  <a:pt x="0" y="343901"/>
                  <a:pt x="0" y="302203"/>
                </a:cubicBezTo>
                <a:lnTo>
                  <a:pt x="0" y="75551"/>
                </a:lnTo>
                <a:cubicBezTo>
                  <a:pt x="0" y="33825"/>
                  <a:pt x="33825" y="0"/>
                  <a:pt x="75551" y="0"/>
                </a:cubicBezTo>
                <a:close/>
              </a:path>
            </a:pathLst>
          </a:custGeom>
          <a:solidFill>
            <a:srgbClr val="22D3EE">
              <a:alpha val="14902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44542" y="5194113"/>
            <a:ext cx="169989" cy="169989"/>
          </a:xfrm>
          <a:custGeom>
            <a:avLst/>
            <a:gdLst/>
            <a:ahLst/>
            <a:cxnLst/>
            <a:rect l="l" t="t" r="r" b="b"/>
            <a:pathLst>
              <a:path w="169989" h="169989">
                <a:moveTo>
                  <a:pt x="84995" y="0"/>
                </a:moveTo>
                <a:cubicBezTo>
                  <a:pt x="86522" y="0"/>
                  <a:pt x="88049" y="332"/>
                  <a:pt x="89444" y="963"/>
                </a:cubicBezTo>
                <a:lnTo>
                  <a:pt x="151994" y="27490"/>
                </a:lnTo>
                <a:cubicBezTo>
                  <a:pt x="159298" y="30578"/>
                  <a:pt x="164743" y="37783"/>
                  <a:pt x="164710" y="46481"/>
                </a:cubicBezTo>
                <a:cubicBezTo>
                  <a:pt x="164544" y="79417"/>
                  <a:pt x="150998" y="139677"/>
                  <a:pt x="93793" y="167067"/>
                </a:cubicBezTo>
                <a:cubicBezTo>
                  <a:pt x="88248" y="169724"/>
                  <a:pt x="81807" y="169724"/>
                  <a:pt x="76263" y="167067"/>
                </a:cubicBezTo>
                <a:cubicBezTo>
                  <a:pt x="19024" y="139677"/>
                  <a:pt x="5511" y="79417"/>
                  <a:pt x="5345" y="46481"/>
                </a:cubicBezTo>
                <a:cubicBezTo>
                  <a:pt x="5312" y="37783"/>
                  <a:pt x="10757" y="30578"/>
                  <a:pt x="18061" y="27490"/>
                </a:cubicBezTo>
                <a:lnTo>
                  <a:pt x="80579" y="963"/>
                </a:lnTo>
                <a:cubicBezTo>
                  <a:pt x="81973" y="332"/>
                  <a:pt x="83467" y="0"/>
                  <a:pt x="84995" y="0"/>
                </a:cubicBezTo>
                <a:close/>
                <a:moveTo>
                  <a:pt x="84995" y="22178"/>
                </a:moveTo>
                <a:lnTo>
                  <a:pt x="84995" y="147711"/>
                </a:lnTo>
                <a:cubicBezTo>
                  <a:pt x="130812" y="125533"/>
                  <a:pt x="143130" y="76396"/>
                  <a:pt x="143428" y="46979"/>
                </a:cubicBezTo>
                <a:lnTo>
                  <a:pt x="84995" y="22211"/>
                </a:lnTo>
                <a:lnTo>
                  <a:pt x="84995" y="22211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36" name="Text 34"/>
          <p:cNvSpPr/>
          <p:nvPr/>
        </p:nvSpPr>
        <p:spPr>
          <a:xfrm>
            <a:off x="1029379" y="5090231"/>
            <a:ext cx="4693589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Dayanıklılık ve Güvenilirlik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29379" y="5430209"/>
            <a:ext cx="4684146" cy="245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Düşük ışık</a:t>
            </a:r>
            <a:pPr>
              <a:lnSpc>
                <a:spcPct val="140000"/>
              </a:lnSpc>
            </a:pPr>
            <a:r>
              <a:rPr lang="en-US" sz="119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19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uzun mesafe</a:t>
            </a:r>
            <a:pPr>
              <a:lnSpc>
                <a:spcPct val="140000"/>
              </a:lnSpc>
            </a:pPr>
            <a:r>
              <a:rPr lang="en-US" sz="119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ve </a:t>
            </a:r>
            <a:pPr>
              <a:lnSpc>
                <a:spcPct val="140000"/>
              </a:lnSpc>
            </a:pPr>
            <a:r>
              <a:rPr lang="en-US" sz="119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kötü hava</a:t>
            </a:r>
            <a:pPr>
              <a:lnSpc>
                <a:spcPct val="140000"/>
              </a:lnSpc>
            </a:pPr>
            <a:r>
              <a:rPr lang="en-US" sz="119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koşullarında yüksek performans.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82476" y="5954342"/>
            <a:ext cx="6790122" cy="897165"/>
          </a:xfrm>
          <a:custGeom>
            <a:avLst/>
            <a:gdLst/>
            <a:ahLst/>
            <a:cxnLst/>
            <a:rect l="l" t="t" r="r" b="b"/>
            <a:pathLst>
              <a:path w="6790122" h="897165">
                <a:moveTo>
                  <a:pt x="113330" y="0"/>
                </a:moveTo>
                <a:lnTo>
                  <a:pt x="6676793" y="0"/>
                </a:lnTo>
                <a:cubicBezTo>
                  <a:pt x="6739383" y="0"/>
                  <a:pt x="6790122" y="50740"/>
                  <a:pt x="6790122" y="113330"/>
                </a:cubicBezTo>
                <a:lnTo>
                  <a:pt x="6790122" y="783835"/>
                </a:lnTo>
                <a:cubicBezTo>
                  <a:pt x="6790122" y="846425"/>
                  <a:pt x="6739383" y="897165"/>
                  <a:pt x="6676793" y="897165"/>
                </a:cubicBezTo>
                <a:lnTo>
                  <a:pt x="113330" y="897165"/>
                </a:lnTo>
                <a:cubicBezTo>
                  <a:pt x="50740" y="897165"/>
                  <a:pt x="0" y="846425"/>
                  <a:pt x="0" y="783835"/>
                </a:cubicBezTo>
                <a:lnTo>
                  <a:pt x="0" y="113330"/>
                </a:lnTo>
                <a:cubicBezTo>
                  <a:pt x="0" y="50740"/>
                  <a:pt x="50740" y="0"/>
                  <a:pt x="11333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8299" y="6110166"/>
            <a:ext cx="377754" cy="377754"/>
          </a:xfrm>
          <a:custGeom>
            <a:avLst/>
            <a:gdLst/>
            <a:ahLst/>
            <a:cxnLst/>
            <a:rect l="l" t="t" r="r" b="b"/>
            <a:pathLst>
              <a:path w="377754" h="377754">
                <a:moveTo>
                  <a:pt x="75551" y="0"/>
                </a:moveTo>
                <a:lnTo>
                  <a:pt x="302203" y="0"/>
                </a:lnTo>
                <a:cubicBezTo>
                  <a:pt x="343901" y="0"/>
                  <a:pt x="377754" y="33853"/>
                  <a:pt x="377754" y="75551"/>
                </a:cubicBezTo>
                <a:lnTo>
                  <a:pt x="377754" y="302203"/>
                </a:lnTo>
                <a:cubicBezTo>
                  <a:pt x="377754" y="343901"/>
                  <a:pt x="343901" y="377754"/>
                  <a:pt x="302203" y="377754"/>
                </a:cubicBezTo>
                <a:lnTo>
                  <a:pt x="75551" y="377754"/>
                </a:lnTo>
                <a:cubicBezTo>
                  <a:pt x="33853" y="377754"/>
                  <a:pt x="0" y="343901"/>
                  <a:pt x="0" y="302203"/>
                </a:cubicBezTo>
                <a:lnTo>
                  <a:pt x="0" y="75551"/>
                </a:lnTo>
                <a:cubicBezTo>
                  <a:pt x="0" y="33825"/>
                  <a:pt x="33825" y="0"/>
                  <a:pt x="75551" y="0"/>
                </a:cubicBezTo>
                <a:close/>
              </a:path>
            </a:pathLst>
          </a:custGeom>
          <a:solidFill>
            <a:srgbClr val="6366F1">
              <a:alpha val="14902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55167" y="6214048"/>
            <a:ext cx="148741" cy="169989"/>
          </a:xfrm>
          <a:custGeom>
            <a:avLst/>
            <a:gdLst/>
            <a:ahLst/>
            <a:cxnLst/>
            <a:rect l="l" t="t" r="r" b="b"/>
            <a:pathLst>
              <a:path w="148741" h="169989">
                <a:moveTo>
                  <a:pt x="55778" y="10624"/>
                </a:moveTo>
                <a:lnTo>
                  <a:pt x="7968" y="10624"/>
                </a:lnTo>
                <a:cubicBezTo>
                  <a:pt x="3553" y="10624"/>
                  <a:pt x="0" y="14177"/>
                  <a:pt x="0" y="18593"/>
                </a:cubicBezTo>
                <a:lnTo>
                  <a:pt x="0" y="66402"/>
                </a:lnTo>
                <a:cubicBezTo>
                  <a:pt x="0" y="69623"/>
                  <a:pt x="1926" y="72544"/>
                  <a:pt x="4914" y="73773"/>
                </a:cubicBezTo>
                <a:cubicBezTo>
                  <a:pt x="7902" y="75001"/>
                  <a:pt x="11322" y="74304"/>
                  <a:pt x="13612" y="72046"/>
                </a:cubicBezTo>
                <a:lnTo>
                  <a:pt x="26893" y="58766"/>
                </a:lnTo>
                <a:lnTo>
                  <a:pt x="53122" y="84995"/>
                </a:lnTo>
                <a:lnTo>
                  <a:pt x="26893" y="111223"/>
                </a:lnTo>
                <a:lnTo>
                  <a:pt x="13612" y="97943"/>
                </a:lnTo>
                <a:cubicBezTo>
                  <a:pt x="11322" y="95652"/>
                  <a:pt x="7902" y="94988"/>
                  <a:pt x="4914" y="96217"/>
                </a:cubicBezTo>
                <a:cubicBezTo>
                  <a:pt x="1926" y="97445"/>
                  <a:pt x="0" y="100367"/>
                  <a:pt x="0" y="103587"/>
                </a:cubicBezTo>
                <a:lnTo>
                  <a:pt x="0" y="151397"/>
                </a:lnTo>
                <a:cubicBezTo>
                  <a:pt x="0" y="155812"/>
                  <a:pt x="3553" y="159365"/>
                  <a:pt x="7968" y="159365"/>
                </a:cubicBezTo>
                <a:lnTo>
                  <a:pt x="55778" y="159365"/>
                </a:lnTo>
                <a:cubicBezTo>
                  <a:pt x="58998" y="159365"/>
                  <a:pt x="61920" y="157439"/>
                  <a:pt x="63148" y="154451"/>
                </a:cubicBezTo>
                <a:cubicBezTo>
                  <a:pt x="64377" y="151463"/>
                  <a:pt x="63713" y="148043"/>
                  <a:pt x="61422" y="145752"/>
                </a:cubicBezTo>
                <a:lnTo>
                  <a:pt x="48141" y="132472"/>
                </a:lnTo>
                <a:lnTo>
                  <a:pt x="74370" y="106243"/>
                </a:lnTo>
                <a:lnTo>
                  <a:pt x="100599" y="132472"/>
                </a:lnTo>
                <a:lnTo>
                  <a:pt x="87319" y="145752"/>
                </a:lnTo>
                <a:cubicBezTo>
                  <a:pt x="85028" y="148043"/>
                  <a:pt x="84364" y="151463"/>
                  <a:pt x="85592" y="154451"/>
                </a:cubicBezTo>
                <a:cubicBezTo>
                  <a:pt x="86821" y="157439"/>
                  <a:pt x="89742" y="159365"/>
                  <a:pt x="92963" y="159365"/>
                </a:cubicBezTo>
                <a:lnTo>
                  <a:pt x="140772" y="159365"/>
                </a:lnTo>
                <a:cubicBezTo>
                  <a:pt x="145188" y="159365"/>
                  <a:pt x="148741" y="155812"/>
                  <a:pt x="148741" y="151397"/>
                </a:cubicBezTo>
                <a:lnTo>
                  <a:pt x="148741" y="103587"/>
                </a:lnTo>
                <a:cubicBezTo>
                  <a:pt x="148741" y="100367"/>
                  <a:pt x="146815" y="97445"/>
                  <a:pt x="143827" y="96217"/>
                </a:cubicBezTo>
                <a:cubicBezTo>
                  <a:pt x="140839" y="94988"/>
                  <a:pt x="137419" y="95652"/>
                  <a:pt x="135128" y="97943"/>
                </a:cubicBezTo>
                <a:lnTo>
                  <a:pt x="121848" y="111223"/>
                </a:lnTo>
                <a:lnTo>
                  <a:pt x="95619" y="84995"/>
                </a:lnTo>
                <a:lnTo>
                  <a:pt x="121848" y="58766"/>
                </a:lnTo>
                <a:lnTo>
                  <a:pt x="135128" y="72046"/>
                </a:lnTo>
                <a:cubicBezTo>
                  <a:pt x="137419" y="74337"/>
                  <a:pt x="140839" y="75001"/>
                  <a:pt x="143827" y="73773"/>
                </a:cubicBezTo>
                <a:cubicBezTo>
                  <a:pt x="146815" y="72544"/>
                  <a:pt x="148741" y="69623"/>
                  <a:pt x="148741" y="66402"/>
                </a:cubicBezTo>
                <a:lnTo>
                  <a:pt x="148741" y="18593"/>
                </a:lnTo>
                <a:cubicBezTo>
                  <a:pt x="148741" y="14177"/>
                  <a:pt x="145188" y="10624"/>
                  <a:pt x="140772" y="10624"/>
                </a:cubicBezTo>
                <a:lnTo>
                  <a:pt x="92963" y="10624"/>
                </a:lnTo>
                <a:cubicBezTo>
                  <a:pt x="89742" y="10624"/>
                  <a:pt x="86821" y="12550"/>
                  <a:pt x="85592" y="15538"/>
                </a:cubicBezTo>
                <a:cubicBezTo>
                  <a:pt x="84364" y="18526"/>
                  <a:pt x="85061" y="21946"/>
                  <a:pt x="87319" y="24237"/>
                </a:cubicBezTo>
                <a:lnTo>
                  <a:pt x="100599" y="37517"/>
                </a:lnTo>
                <a:lnTo>
                  <a:pt x="74370" y="63746"/>
                </a:lnTo>
                <a:lnTo>
                  <a:pt x="48141" y="37517"/>
                </a:lnTo>
                <a:lnTo>
                  <a:pt x="61422" y="24237"/>
                </a:lnTo>
                <a:cubicBezTo>
                  <a:pt x="63713" y="21946"/>
                  <a:pt x="64377" y="18526"/>
                  <a:pt x="63148" y="15538"/>
                </a:cubicBezTo>
                <a:cubicBezTo>
                  <a:pt x="61920" y="12550"/>
                  <a:pt x="58998" y="10624"/>
                  <a:pt x="55778" y="1062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1" name="Text 39"/>
          <p:cNvSpPr/>
          <p:nvPr/>
        </p:nvSpPr>
        <p:spPr>
          <a:xfrm>
            <a:off x="1029379" y="6110166"/>
            <a:ext cx="5373546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Ölçeklenebilirlik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29379" y="6450144"/>
            <a:ext cx="5364102" cy="245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Çoklu kamera desteği</a:t>
            </a:r>
            <a:pPr>
              <a:lnSpc>
                <a:spcPct val="140000"/>
              </a:lnSpc>
            </a:pPr>
            <a:r>
              <a:rPr lang="en-US" sz="119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ve merkezi yönetim ile büyük ölçekli fabrika entegrasyonu.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332996" y="1364635"/>
            <a:ext cx="4476381" cy="2521506"/>
          </a:xfrm>
          <a:custGeom>
            <a:avLst/>
            <a:gdLst/>
            <a:ahLst/>
            <a:cxnLst/>
            <a:rect l="l" t="t" r="r" b="b"/>
            <a:pathLst>
              <a:path w="4476381" h="2521506">
                <a:moveTo>
                  <a:pt x="113316" y="0"/>
                </a:moveTo>
                <a:lnTo>
                  <a:pt x="4363065" y="0"/>
                </a:lnTo>
                <a:cubicBezTo>
                  <a:pt x="4425648" y="0"/>
                  <a:pt x="4476381" y="50734"/>
                  <a:pt x="4476381" y="113316"/>
                </a:cubicBezTo>
                <a:lnTo>
                  <a:pt x="4476381" y="2408189"/>
                </a:lnTo>
                <a:cubicBezTo>
                  <a:pt x="4476381" y="2470772"/>
                  <a:pt x="4425648" y="2521506"/>
                  <a:pt x="4363065" y="2521506"/>
                </a:cubicBezTo>
                <a:lnTo>
                  <a:pt x="113316" y="2521506"/>
                </a:lnTo>
                <a:cubicBezTo>
                  <a:pt x="50734" y="2521506"/>
                  <a:pt x="0" y="2470772"/>
                  <a:pt x="0" y="2408189"/>
                </a:cubicBezTo>
                <a:lnTo>
                  <a:pt x="0" y="113316"/>
                </a:lnTo>
                <a:cubicBezTo>
                  <a:pt x="0" y="50734"/>
                  <a:pt x="50734" y="0"/>
                  <a:pt x="113316" y="0"/>
                </a:cubicBezTo>
                <a:close/>
              </a:path>
            </a:pathLst>
          </a:custGeom>
          <a:gradFill rotWithShape="1" flip="none">
            <a:gsLst>
              <a:gs pos="0">
                <a:srgbClr val="22D3EE">
                  <a:alpha val="20000"/>
                </a:srgbClr>
              </a:gs>
              <a:gs pos="100000">
                <a:srgbClr val="6366F1">
                  <a:alpha val="20000"/>
                </a:srgbClr>
              </a:gs>
            </a:gsLst>
            <a:lin ang="2700000" scaled="1"/>
          </a:gradFill>
          <a:ln w="1270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6322" y="1520459"/>
            <a:ext cx="4249729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Performansı</a:t>
            </a:r>
            <a:endParaRPr lang="en-US" sz="1600" dirty="0"/>
          </a:p>
        </p:txBody>
      </p:sp>
      <p:pic>
        <p:nvPicPr>
          <p:cNvPr id="45" name="Image 0" descr="https://kimi-img.moonshot.cn/pub/slides/26-03-03-03:26:00-d6iu8i64t3omi6nrnmp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88819" y="1898212"/>
            <a:ext cx="4117515" cy="1832105"/>
          </a:xfrm>
          <a:prstGeom prst="roundRect">
            <a:avLst>
              <a:gd name="adj" fmla="val 0"/>
            </a:avLst>
          </a:prstGeom>
        </p:spPr>
      </p:pic>
      <p:sp>
        <p:nvSpPr>
          <p:cNvPr id="46" name="Shape 43"/>
          <p:cNvSpPr/>
          <p:nvPr/>
        </p:nvSpPr>
        <p:spPr>
          <a:xfrm>
            <a:off x="7332996" y="4008911"/>
            <a:ext cx="2172084" cy="764951"/>
          </a:xfrm>
          <a:custGeom>
            <a:avLst/>
            <a:gdLst/>
            <a:ahLst/>
            <a:cxnLst/>
            <a:rect l="l" t="t" r="r" b="b"/>
            <a:pathLst>
              <a:path w="2172084" h="764951">
                <a:moveTo>
                  <a:pt x="75554" y="0"/>
                </a:moveTo>
                <a:lnTo>
                  <a:pt x="2096529" y="0"/>
                </a:lnTo>
                <a:cubicBezTo>
                  <a:pt x="2138257" y="0"/>
                  <a:pt x="2172084" y="33827"/>
                  <a:pt x="2172084" y="75554"/>
                </a:cubicBezTo>
                <a:lnTo>
                  <a:pt x="2172084" y="689397"/>
                </a:lnTo>
                <a:cubicBezTo>
                  <a:pt x="2172084" y="731124"/>
                  <a:pt x="2138257" y="764951"/>
                  <a:pt x="2096529" y="764951"/>
                </a:cubicBezTo>
                <a:lnTo>
                  <a:pt x="75554" y="764951"/>
                </a:lnTo>
                <a:cubicBezTo>
                  <a:pt x="33827" y="764951"/>
                  <a:pt x="0" y="731124"/>
                  <a:pt x="0" y="689397"/>
                </a:cubicBezTo>
                <a:lnTo>
                  <a:pt x="0" y="75554"/>
                </a:lnTo>
                <a:cubicBezTo>
                  <a:pt x="0" y="33827"/>
                  <a:pt x="33827" y="0"/>
                  <a:pt x="75554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394381" y="4126959"/>
            <a:ext cx="2049314" cy="302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8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91.6%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7417990" y="4466937"/>
            <a:ext cx="2002095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9630948" y="4008911"/>
            <a:ext cx="2172084" cy="764951"/>
          </a:xfrm>
          <a:custGeom>
            <a:avLst/>
            <a:gdLst/>
            <a:ahLst/>
            <a:cxnLst/>
            <a:rect l="l" t="t" r="r" b="b"/>
            <a:pathLst>
              <a:path w="2172084" h="764951">
                <a:moveTo>
                  <a:pt x="75554" y="0"/>
                </a:moveTo>
                <a:lnTo>
                  <a:pt x="2096529" y="0"/>
                </a:lnTo>
                <a:cubicBezTo>
                  <a:pt x="2138257" y="0"/>
                  <a:pt x="2172084" y="33827"/>
                  <a:pt x="2172084" y="75554"/>
                </a:cubicBezTo>
                <a:lnTo>
                  <a:pt x="2172084" y="689397"/>
                </a:lnTo>
                <a:cubicBezTo>
                  <a:pt x="2172084" y="731124"/>
                  <a:pt x="2138257" y="764951"/>
                  <a:pt x="2096529" y="764951"/>
                </a:cubicBezTo>
                <a:lnTo>
                  <a:pt x="75554" y="764951"/>
                </a:lnTo>
                <a:cubicBezTo>
                  <a:pt x="33827" y="764951"/>
                  <a:pt x="0" y="731124"/>
                  <a:pt x="0" y="689397"/>
                </a:cubicBezTo>
                <a:lnTo>
                  <a:pt x="0" y="75554"/>
                </a:lnTo>
                <a:cubicBezTo>
                  <a:pt x="0" y="33827"/>
                  <a:pt x="33827" y="0"/>
                  <a:pt x="75554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9692333" y="4126959"/>
            <a:ext cx="2049314" cy="302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85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87.6%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9715943" y="4466937"/>
            <a:ext cx="2002095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Recall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7332996" y="4896632"/>
            <a:ext cx="2172084" cy="764951"/>
          </a:xfrm>
          <a:custGeom>
            <a:avLst/>
            <a:gdLst/>
            <a:ahLst/>
            <a:cxnLst/>
            <a:rect l="l" t="t" r="r" b="b"/>
            <a:pathLst>
              <a:path w="2172084" h="764951">
                <a:moveTo>
                  <a:pt x="75554" y="0"/>
                </a:moveTo>
                <a:lnTo>
                  <a:pt x="2096529" y="0"/>
                </a:lnTo>
                <a:cubicBezTo>
                  <a:pt x="2138257" y="0"/>
                  <a:pt x="2172084" y="33827"/>
                  <a:pt x="2172084" y="75554"/>
                </a:cubicBezTo>
                <a:lnTo>
                  <a:pt x="2172084" y="689397"/>
                </a:lnTo>
                <a:cubicBezTo>
                  <a:pt x="2172084" y="731124"/>
                  <a:pt x="2138257" y="764951"/>
                  <a:pt x="2096529" y="764951"/>
                </a:cubicBezTo>
                <a:lnTo>
                  <a:pt x="75554" y="764951"/>
                </a:lnTo>
                <a:cubicBezTo>
                  <a:pt x="33827" y="764951"/>
                  <a:pt x="0" y="731124"/>
                  <a:pt x="0" y="689397"/>
                </a:cubicBezTo>
                <a:lnTo>
                  <a:pt x="0" y="75554"/>
                </a:lnTo>
                <a:cubicBezTo>
                  <a:pt x="0" y="33827"/>
                  <a:pt x="33827" y="0"/>
                  <a:pt x="75554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394381" y="5014680"/>
            <a:ext cx="2049314" cy="302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8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92.2%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7417990" y="5354658"/>
            <a:ext cx="2002095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mAP@50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9630948" y="4896632"/>
            <a:ext cx="2172084" cy="764951"/>
          </a:xfrm>
          <a:custGeom>
            <a:avLst/>
            <a:gdLst/>
            <a:ahLst/>
            <a:cxnLst/>
            <a:rect l="l" t="t" r="r" b="b"/>
            <a:pathLst>
              <a:path w="2172084" h="764951">
                <a:moveTo>
                  <a:pt x="75554" y="0"/>
                </a:moveTo>
                <a:lnTo>
                  <a:pt x="2096529" y="0"/>
                </a:lnTo>
                <a:cubicBezTo>
                  <a:pt x="2138257" y="0"/>
                  <a:pt x="2172084" y="33827"/>
                  <a:pt x="2172084" y="75554"/>
                </a:cubicBezTo>
                <a:lnTo>
                  <a:pt x="2172084" y="689397"/>
                </a:lnTo>
                <a:cubicBezTo>
                  <a:pt x="2172084" y="731124"/>
                  <a:pt x="2138257" y="764951"/>
                  <a:pt x="2096529" y="764951"/>
                </a:cubicBezTo>
                <a:lnTo>
                  <a:pt x="75554" y="764951"/>
                </a:lnTo>
                <a:cubicBezTo>
                  <a:pt x="33827" y="764951"/>
                  <a:pt x="0" y="731124"/>
                  <a:pt x="0" y="689397"/>
                </a:cubicBezTo>
                <a:lnTo>
                  <a:pt x="0" y="75554"/>
                </a:lnTo>
                <a:cubicBezTo>
                  <a:pt x="0" y="33827"/>
                  <a:pt x="33827" y="0"/>
                  <a:pt x="75554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9692333" y="5014680"/>
            <a:ext cx="2049314" cy="302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85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74.1%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9715943" y="5354658"/>
            <a:ext cx="2002095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mAP@95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7332996" y="5784353"/>
            <a:ext cx="4476381" cy="1067154"/>
          </a:xfrm>
          <a:custGeom>
            <a:avLst/>
            <a:gdLst/>
            <a:ahLst/>
            <a:cxnLst/>
            <a:rect l="l" t="t" r="r" b="b"/>
            <a:pathLst>
              <a:path w="4476381" h="1067154">
                <a:moveTo>
                  <a:pt x="113321" y="0"/>
                </a:moveTo>
                <a:lnTo>
                  <a:pt x="4363060" y="0"/>
                </a:lnTo>
                <a:cubicBezTo>
                  <a:pt x="4425646" y="0"/>
                  <a:pt x="4476381" y="50736"/>
                  <a:pt x="4476381" y="113321"/>
                </a:cubicBezTo>
                <a:lnTo>
                  <a:pt x="4476381" y="953833"/>
                </a:lnTo>
                <a:cubicBezTo>
                  <a:pt x="4476381" y="1016419"/>
                  <a:pt x="4425646" y="1067154"/>
                  <a:pt x="4363060" y="1067154"/>
                </a:cubicBezTo>
                <a:lnTo>
                  <a:pt x="113321" y="1067154"/>
                </a:lnTo>
                <a:cubicBezTo>
                  <a:pt x="50736" y="1067154"/>
                  <a:pt x="0" y="1016419"/>
                  <a:pt x="0" y="953833"/>
                </a:cubicBezTo>
                <a:lnTo>
                  <a:pt x="0" y="113321"/>
                </a:lnTo>
                <a:cubicBezTo>
                  <a:pt x="0" y="50736"/>
                  <a:pt x="50736" y="0"/>
                  <a:pt x="113321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7488819" y="5940177"/>
            <a:ext cx="4240285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Edge Cihaz Desteği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8138231" y="6242380"/>
            <a:ext cx="226652" cy="226652"/>
          </a:xfrm>
          <a:custGeom>
            <a:avLst/>
            <a:gdLst/>
            <a:ahLst/>
            <a:cxnLst/>
            <a:rect l="l" t="t" r="r" b="b"/>
            <a:pathLst>
              <a:path w="226652" h="226652">
                <a:moveTo>
                  <a:pt x="77912" y="10624"/>
                </a:moveTo>
                <a:cubicBezTo>
                  <a:pt x="77912" y="4737"/>
                  <a:pt x="73175" y="0"/>
                  <a:pt x="67287" y="0"/>
                </a:cubicBezTo>
                <a:cubicBezTo>
                  <a:pt x="61400" y="0"/>
                  <a:pt x="56663" y="4737"/>
                  <a:pt x="56663" y="10624"/>
                </a:cubicBezTo>
                <a:lnTo>
                  <a:pt x="56663" y="28332"/>
                </a:lnTo>
                <a:cubicBezTo>
                  <a:pt x="41036" y="28332"/>
                  <a:pt x="28332" y="41036"/>
                  <a:pt x="28332" y="56663"/>
                </a:cubicBezTo>
                <a:lnTo>
                  <a:pt x="10624" y="56663"/>
                </a:lnTo>
                <a:cubicBezTo>
                  <a:pt x="4737" y="56663"/>
                  <a:pt x="0" y="61400"/>
                  <a:pt x="0" y="67287"/>
                </a:cubicBezTo>
                <a:cubicBezTo>
                  <a:pt x="0" y="73175"/>
                  <a:pt x="4737" y="77912"/>
                  <a:pt x="10624" y="77912"/>
                </a:cubicBezTo>
                <a:lnTo>
                  <a:pt x="28332" y="77912"/>
                </a:lnTo>
                <a:lnTo>
                  <a:pt x="28332" y="102702"/>
                </a:lnTo>
                <a:lnTo>
                  <a:pt x="10624" y="102702"/>
                </a:lnTo>
                <a:cubicBezTo>
                  <a:pt x="4737" y="102702"/>
                  <a:pt x="0" y="107438"/>
                  <a:pt x="0" y="113326"/>
                </a:cubicBezTo>
                <a:cubicBezTo>
                  <a:pt x="0" y="119214"/>
                  <a:pt x="4737" y="123950"/>
                  <a:pt x="10624" y="123950"/>
                </a:cubicBezTo>
                <a:lnTo>
                  <a:pt x="28332" y="123950"/>
                </a:lnTo>
                <a:lnTo>
                  <a:pt x="28332" y="148741"/>
                </a:lnTo>
                <a:lnTo>
                  <a:pt x="10624" y="148741"/>
                </a:lnTo>
                <a:cubicBezTo>
                  <a:pt x="4737" y="148741"/>
                  <a:pt x="0" y="153477"/>
                  <a:pt x="0" y="159365"/>
                </a:cubicBezTo>
                <a:cubicBezTo>
                  <a:pt x="0" y="165252"/>
                  <a:pt x="4737" y="169989"/>
                  <a:pt x="10624" y="169989"/>
                </a:cubicBezTo>
                <a:lnTo>
                  <a:pt x="28332" y="169989"/>
                </a:lnTo>
                <a:cubicBezTo>
                  <a:pt x="28332" y="185616"/>
                  <a:pt x="41036" y="198321"/>
                  <a:pt x="56663" y="198321"/>
                </a:cubicBezTo>
                <a:lnTo>
                  <a:pt x="56663" y="216028"/>
                </a:lnTo>
                <a:cubicBezTo>
                  <a:pt x="56663" y="221916"/>
                  <a:pt x="61400" y="226652"/>
                  <a:pt x="67287" y="226652"/>
                </a:cubicBezTo>
                <a:cubicBezTo>
                  <a:pt x="73175" y="226652"/>
                  <a:pt x="77912" y="221916"/>
                  <a:pt x="77912" y="216028"/>
                </a:cubicBezTo>
                <a:lnTo>
                  <a:pt x="77912" y="198321"/>
                </a:lnTo>
                <a:lnTo>
                  <a:pt x="102702" y="198321"/>
                </a:lnTo>
                <a:lnTo>
                  <a:pt x="102702" y="216028"/>
                </a:lnTo>
                <a:cubicBezTo>
                  <a:pt x="102702" y="221916"/>
                  <a:pt x="107438" y="226652"/>
                  <a:pt x="113326" y="226652"/>
                </a:cubicBezTo>
                <a:cubicBezTo>
                  <a:pt x="119214" y="226652"/>
                  <a:pt x="123950" y="221916"/>
                  <a:pt x="123950" y="216028"/>
                </a:cubicBezTo>
                <a:lnTo>
                  <a:pt x="123950" y="198321"/>
                </a:lnTo>
                <a:lnTo>
                  <a:pt x="148741" y="198321"/>
                </a:lnTo>
                <a:lnTo>
                  <a:pt x="148741" y="216028"/>
                </a:lnTo>
                <a:cubicBezTo>
                  <a:pt x="148741" y="221916"/>
                  <a:pt x="153477" y="226652"/>
                  <a:pt x="159365" y="226652"/>
                </a:cubicBezTo>
                <a:cubicBezTo>
                  <a:pt x="165252" y="226652"/>
                  <a:pt x="169989" y="221916"/>
                  <a:pt x="169989" y="216028"/>
                </a:cubicBezTo>
                <a:lnTo>
                  <a:pt x="169989" y="198321"/>
                </a:lnTo>
                <a:cubicBezTo>
                  <a:pt x="185616" y="198321"/>
                  <a:pt x="198321" y="185616"/>
                  <a:pt x="198321" y="169989"/>
                </a:cubicBezTo>
                <a:lnTo>
                  <a:pt x="216028" y="169989"/>
                </a:lnTo>
                <a:cubicBezTo>
                  <a:pt x="221916" y="169989"/>
                  <a:pt x="226652" y="165252"/>
                  <a:pt x="226652" y="159365"/>
                </a:cubicBezTo>
                <a:cubicBezTo>
                  <a:pt x="226652" y="153477"/>
                  <a:pt x="221916" y="148741"/>
                  <a:pt x="216028" y="148741"/>
                </a:cubicBezTo>
                <a:lnTo>
                  <a:pt x="198321" y="148741"/>
                </a:lnTo>
                <a:lnTo>
                  <a:pt x="198321" y="123950"/>
                </a:lnTo>
                <a:lnTo>
                  <a:pt x="216028" y="123950"/>
                </a:lnTo>
                <a:cubicBezTo>
                  <a:pt x="221916" y="123950"/>
                  <a:pt x="226652" y="119214"/>
                  <a:pt x="226652" y="113326"/>
                </a:cubicBezTo>
                <a:cubicBezTo>
                  <a:pt x="226652" y="107438"/>
                  <a:pt x="221916" y="102702"/>
                  <a:pt x="216028" y="102702"/>
                </a:cubicBezTo>
                <a:lnTo>
                  <a:pt x="198321" y="102702"/>
                </a:lnTo>
                <a:lnTo>
                  <a:pt x="198321" y="77912"/>
                </a:lnTo>
                <a:lnTo>
                  <a:pt x="216028" y="77912"/>
                </a:lnTo>
                <a:cubicBezTo>
                  <a:pt x="221916" y="77912"/>
                  <a:pt x="226652" y="73175"/>
                  <a:pt x="226652" y="67287"/>
                </a:cubicBezTo>
                <a:cubicBezTo>
                  <a:pt x="226652" y="61400"/>
                  <a:pt x="221916" y="56663"/>
                  <a:pt x="216028" y="56663"/>
                </a:cubicBezTo>
                <a:lnTo>
                  <a:pt x="198321" y="56663"/>
                </a:lnTo>
                <a:cubicBezTo>
                  <a:pt x="198321" y="41036"/>
                  <a:pt x="185616" y="28332"/>
                  <a:pt x="169989" y="28332"/>
                </a:cubicBezTo>
                <a:lnTo>
                  <a:pt x="169989" y="10624"/>
                </a:lnTo>
                <a:cubicBezTo>
                  <a:pt x="169989" y="4737"/>
                  <a:pt x="165252" y="0"/>
                  <a:pt x="159365" y="0"/>
                </a:cubicBezTo>
                <a:cubicBezTo>
                  <a:pt x="153477" y="0"/>
                  <a:pt x="148741" y="4737"/>
                  <a:pt x="148741" y="10624"/>
                </a:cubicBezTo>
                <a:lnTo>
                  <a:pt x="148741" y="28332"/>
                </a:lnTo>
                <a:lnTo>
                  <a:pt x="123950" y="28332"/>
                </a:lnTo>
                <a:lnTo>
                  <a:pt x="123950" y="10624"/>
                </a:lnTo>
                <a:cubicBezTo>
                  <a:pt x="123950" y="4737"/>
                  <a:pt x="119214" y="0"/>
                  <a:pt x="113326" y="0"/>
                </a:cubicBezTo>
                <a:cubicBezTo>
                  <a:pt x="107438" y="0"/>
                  <a:pt x="102702" y="4737"/>
                  <a:pt x="102702" y="10624"/>
                </a:cubicBezTo>
                <a:lnTo>
                  <a:pt x="102702" y="28332"/>
                </a:lnTo>
                <a:lnTo>
                  <a:pt x="77912" y="28332"/>
                </a:lnTo>
                <a:lnTo>
                  <a:pt x="77912" y="10624"/>
                </a:lnTo>
                <a:close/>
                <a:moveTo>
                  <a:pt x="70829" y="56663"/>
                </a:moveTo>
                <a:lnTo>
                  <a:pt x="155823" y="56663"/>
                </a:lnTo>
                <a:cubicBezTo>
                  <a:pt x="163659" y="56663"/>
                  <a:pt x="169989" y="62993"/>
                  <a:pt x="169989" y="70829"/>
                </a:cubicBezTo>
                <a:lnTo>
                  <a:pt x="169989" y="155823"/>
                </a:lnTo>
                <a:cubicBezTo>
                  <a:pt x="169989" y="163659"/>
                  <a:pt x="163659" y="169989"/>
                  <a:pt x="155823" y="169989"/>
                </a:cubicBezTo>
                <a:lnTo>
                  <a:pt x="70829" y="169989"/>
                </a:lnTo>
                <a:cubicBezTo>
                  <a:pt x="62993" y="169989"/>
                  <a:pt x="56663" y="163659"/>
                  <a:pt x="56663" y="155823"/>
                </a:cubicBezTo>
                <a:lnTo>
                  <a:pt x="56663" y="70829"/>
                </a:lnTo>
                <a:cubicBezTo>
                  <a:pt x="56663" y="62993"/>
                  <a:pt x="62993" y="56663"/>
                  <a:pt x="70829" y="56663"/>
                </a:cubicBezTo>
                <a:close/>
                <a:moveTo>
                  <a:pt x="77912" y="77912"/>
                </a:moveTo>
                <a:lnTo>
                  <a:pt x="77912" y="148741"/>
                </a:lnTo>
                <a:lnTo>
                  <a:pt x="148741" y="148741"/>
                </a:lnTo>
                <a:lnTo>
                  <a:pt x="148741" y="77912"/>
                </a:lnTo>
                <a:lnTo>
                  <a:pt x="77912" y="77912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1" name="Text 58"/>
          <p:cNvSpPr/>
          <p:nvPr/>
        </p:nvSpPr>
        <p:spPr>
          <a:xfrm>
            <a:off x="7790432" y="6506807"/>
            <a:ext cx="925497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NVIDIA Jetson</a:t>
            </a:r>
            <a:endParaRPr lang="en-US" sz="1600" dirty="0"/>
          </a:p>
        </p:txBody>
      </p:sp>
      <p:sp>
        <p:nvSpPr>
          <p:cNvPr id="62" name="Shape 59"/>
          <p:cNvSpPr/>
          <p:nvPr/>
        </p:nvSpPr>
        <p:spPr>
          <a:xfrm>
            <a:off x="9617520" y="6242380"/>
            <a:ext cx="198321" cy="226652"/>
          </a:xfrm>
          <a:custGeom>
            <a:avLst/>
            <a:gdLst/>
            <a:ahLst/>
            <a:cxnLst/>
            <a:rect l="l" t="t" r="r" b="b"/>
            <a:pathLst>
              <a:path w="198321" h="226652">
                <a:moveTo>
                  <a:pt x="173752" y="102923"/>
                </a:moveTo>
                <a:lnTo>
                  <a:pt x="172114" y="100046"/>
                </a:lnTo>
                <a:cubicBezTo>
                  <a:pt x="172158" y="79505"/>
                  <a:pt x="162641" y="71139"/>
                  <a:pt x="151529" y="64764"/>
                </a:cubicBezTo>
                <a:cubicBezTo>
                  <a:pt x="154894" y="63879"/>
                  <a:pt x="158347" y="63170"/>
                  <a:pt x="159321" y="58921"/>
                </a:cubicBezTo>
                <a:cubicBezTo>
                  <a:pt x="165120" y="57460"/>
                  <a:pt x="166315" y="54760"/>
                  <a:pt x="166890" y="51926"/>
                </a:cubicBezTo>
                <a:cubicBezTo>
                  <a:pt x="168396" y="50908"/>
                  <a:pt x="173442" y="48075"/>
                  <a:pt x="172911" y="43206"/>
                </a:cubicBezTo>
                <a:cubicBezTo>
                  <a:pt x="175744" y="41258"/>
                  <a:pt x="177338" y="38735"/>
                  <a:pt x="176497" y="35193"/>
                </a:cubicBezTo>
                <a:cubicBezTo>
                  <a:pt x="179551" y="31873"/>
                  <a:pt x="180348" y="29128"/>
                  <a:pt x="179064" y="26605"/>
                </a:cubicBezTo>
                <a:cubicBezTo>
                  <a:pt x="182738" y="22045"/>
                  <a:pt x="181100" y="19699"/>
                  <a:pt x="179551" y="17353"/>
                </a:cubicBezTo>
                <a:cubicBezTo>
                  <a:pt x="182296" y="12395"/>
                  <a:pt x="179861" y="7083"/>
                  <a:pt x="172203" y="7968"/>
                </a:cubicBezTo>
                <a:cubicBezTo>
                  <a:pt x="169148" y="3497"/>
                  <a:pt x="162508" y="4515"/>
                  <a:pt x="161490" y="4515"/>
                </a:cubicBezTo>
                <a:cubicBezTo>
                  <a:pt x="160339" y="3099"/>
                  <a:pt x="158834" y="1859"/>
                  <a:pt x="154185" y="2435"/>
                </a:cubicBezTo>
                <a:cubicBezTo>
                  <a:pt x="151175" y="-266"/>
                  <a:pt x="147811" y="221"/>
                  <a:pt x="144314" y="1505"/>
                </a:cubicBezTo>
                <a:cubicBezTo>
                  <a:pt x="140197" y="-1726"/>
                  <a:pt x="137452" y="885"/>
                  <a:pt x="134309" y="1859"/>
                </a:cubicBezTo>
                <a:cubicBezTo>
                  <a:pt x="129307" y="266"/>
                  <a:pt x="128156" y="2435"/>
                  <a:pt x="125721" y="3364"/>
                </a:cubicBezTo>
                <a:cubicBezTo>
                  <a:pt x="120276" y="2213"/>
                  <a:pt x="118594" y="4692"/>
                  <a:pt x="115982" y="7304"/>
                </a:cubicBezTo>
                <a:lnTo>
                  <a:pt x="112928" y="7260"/>
                </a:lnTo>
                <a:cubicBezTo>
                  <a:pt x="104694" y="12041"/>
                  <a:pt x="100621" y="21780"/>
                  <a:pt x="99160" y="26782"/>
                </a:cubicBezTo>
                <a:cubicBezTo>
                  <a:pt x="97699" y="21780"/>
                  <a:pt x="93627" y="12041"/>
                  <a:pt x="85393" y="7260"/>
                </a:cubicBezTo>
                <a:lnTo>
                  <a:pt x="82338" y="7304"/>
                </a:lnTo>
                <a:cubicBezTo>
                  <a:pt x="79727" y="4692"/>
                  <a:pt x="78045" y="2213"/>
                  <a:pt x="72600" y="3364"/>
                </a:cubicBezTo>
                <a:cubicBezTo>
                  <a:pt x="70121" y="2479"/>
                  <a:pt x="69014" y="266"/>
                  <a:pt x="64012" y="1859"/>
                </a:cubicBezTo>
                <a:cubicBezTo>
                  <a:pt x="61975" y="1240"/>
                  <a:pt x="60072" y="-89"/>
                  <a:pt x="57858" y="-44"/>
                </a:cubicBezTo>
                <a:cubicBezTo>
                  <a:pt x="56707" y="0"/>
                  <a:pt x="55424" y="398"/>
                  <a:pt x="54007" y="1505"/>
                </a:cubicBezTo>
                <a:cubicBezTo>
                  <a:pt x="50510" y="177"/>
                  <a:pt x="47145" y="-266"/>
                  <a:pt x="44135" y="2435"/>
                </a:cubicBezTo>
                <a:cubicBezTo>
                  <a:pt x="39487" y="1859"/>
                  <a:pt x="37938" y="3054"/>
                  <a:pt x="36831" y="4515"/>
                </a:cubicBezTo>
                <a:cubicBezTo>
                  <a:pt x="35813" y="4515"/>
                  <a:pt x="29173" y="3497"/>
                  <a:pt x="26118" y="7968"/>
                </a:cubicBezTo>
                <a:cubicBezTo>
                  <a:pt x="18460" y="7083"/>
                  <a:pt x="16069" y="12395"/>
                  <a:pt x="18814" y="17353"/>
                </a:cubicBezTo>
                <a:cubicBezTo>
                  <a:pt x="17265" y="19744"/>
                  <a:pt x="15627" y="22090"/>
                  <a:pt x="19301" y="26605"/>
                </a:cubicBezTo>
                <a:cubicBezTo>
                  <a:pt x="18017" y="29128"/>
                  <a:pt x="18814" y="31873"/>
                  <a:pt x="21868" y="35193"/>
                </a:cubicBezTo>
                <a:cubicBezTo>
                  <a:pt x="21072" y="38735"/>
                  <a:pt x="22665" y="41258"/>
                  <a:pt x="25454" y="43206"/>
                </a:cubicBezTo>
                <a:cubicBezTo>
                  <a:pt x="24923" y="48075"/>
                  <a:pt x="29969" y="50908"/>
                  <a:pt x="31475" y="51926"/>
                </a:cubicBezTo>
                <a:cubicBezTo>
                  <a:pt x="32050" y="54760"/>
                  <a:pt x="33245" y="57416"/>
                  <a:pt x="39044" y="58921"/>
                </a:cubicBezTo>
                <a:cubicBezTo>
                  <a:pt x="40018" y="63126"/>
                  <a:pt x="43471" y="63879"/>
                  <a:pt x="46836" y="64764"/>
                </a:cubicBezTo>
                <a:cubicBezTo>
                  <a:pt x="35724" y="71139"/>
                  <a:pt x="26207" y="79505"/>
                  <a:pt x="26251" y="100046"/>
                </a:cubicBezTo>
                <a:lnTo>
                  <a:pt x="24613" y="102923"/>
                </a:lnTo>
                <a:cubicBezTo>
                  <a:pt x="11864" y="110537"/>
                  <a:pt x="398" y="135106"/>
                  <a:pt x="18327" y="155027"/>
                </a:cubicBezTo>
                <a:cubicBezTo>
                  <a:pt x="19478" y="161268"/>
                  <a:pt x="21470" y="165739"/>
                  <a:pt x="23196" y="170697"/>
                </a:cubicBezTo>
                <a:cubicBezTo>
                  <a:pt x="25808" y="190707"/>
                  <a:pt x="42896" y="200047"/>
                  <a:pt x="47367" y="201154"/>
                </a:cubicBezTo>
                <a:cubicBezTo>
                  <a:pt x="53963" y="206112"/>
                  <a:pt x="61001" y="210804"/>
                  <a:pt x="70475" y="214080"/>
                </a:cubicBezTo>
                <a:cubicBezTo>
                  <a:pt x="79461" y="223199"/>
                  <a:pt x="89200" y="226652"/>
                  <a:pt x="98939" y="226652"/>
                </a:cubicBezTo>
                <a:lnTo>
                  <a:pt x="99382" y="226652"/>
                </a:lnTo>
                <a:cubicBezTo>
                  <a:pt x="109165" y="226652"/>
                  <a:pt x="118860" y="223199"/>
                  <a:pt x="127802" y="214080"/>
                </a:cubicBezTo>
                <a:cubicBezTo>
                  <a:pt x="137319" y="210804"/>
                  <a:pt x="144314" y="206112"/>
                  <a:pt x="150910" y="201154"/>
                </a:cubicBezTo>
                <a:cubicBezTo>
                  <a:pt x="155425" y="200047"/>
                  <a:pt x="172468" y="190707"/>
                  <a:pt x="175080" y="170697"/>
                </a:cubicBezTo>
                <a:cubicBezTo>
                  <a:pt x="176806" y="165739"/>
                  <a:pt x="178798" y="161268"/>
                  <a:pt x="179949" y="155027"/>
                </a:cubicBezTo>
                <a:cubicBezTo>
                  <a:pt x="197922" y="135062"/>
                  <a:pt x="186457" y="110537"/>
                  <a:pt x="173752" y="102923"/>
                </a:cubicBezTo>
                <a:close/>
                <a:moveTo>
                  <a:pt x="163924" y="99382"/>
                </a:moveTo>
                <a:cubicBezTo>
                  <a:pt x="163260" y="107660"/>
                  <a:pt x="120143" y="70563"/>
                  <a:pt x="127580" y="69324"/>
                </a:cubicBezTo>
                <a:cubicBezTo>
                  <a:pt x="147811" y="66004"/>
                  <a:pt x="164588" y="77823"/>
                  <a:pt x="163924" y="99382"/>
                </a:cubicBezTo>
                <a:close/>
                <a:moveTo>
                  <a:pt x="144889" y="140595"/>
                </a:moveTo>
                <a:cubicBezTo>
                  <a:pt x="134044" y="147590"/>
                  <a:pt x="118417" y="143074"/>
                  <a:pt x="110006" y="130502"/>
                </a:cubicBezTo>
                <a:cubicBezTo>
                  <a:pt x="101595" y="117930"/>
                  <a:pt x="103543" y="102082"/>
                  <a:pt x="114389" y="95088"/>
                </a:cubicBezTo>
                <a:cubicBezTo>
                  <a:pt x="125234" y="88093"/>
                  <a:pt x="140861" y="92609"/>
                  <a:pt x="149272" y="105181"/>
                </a:cubicBezTo>
                <a:cubicBezTo>
                  <a:pt x="157683" y="117753"/>
                  <a:pt x="155735" y="133601"/>
                  <a:pt x="144889" y="140595"/>
                </a:cubicBezTo>
                <a:close/>
                <a:moveTo>
                  <a:pt x="114831" y="12971"/>
                </a:moveTo>
                <a:cubicBezTo>
                  <a:pt x="115185" y="14830"/>
                  <a:pt x="115628" y="15981"/>
                  <a:pt x="116115" y="16335"/>
                </a:cubicBezTo>
                <a:cubicBezTo>
                  <a:pt x="118505" y="13767"/>
                  <a:pt x="120453" y="11156"/>
                  <a:pt x="123552" y="8677"/>
                </a:cubicBezTo>
                <a:cubicBezTo>
                  <a:pt x="123552" y="10137"/>
                  <a:pt x="122799" y="11687"/>
                  <a:pt x="124659" y="12838"/>
                </a:cubicBezTo>
                <a:cubicBezTo>
                  <a:pt x="126297" y="10624"/>
                  <a:pt x="128554" y="8632"/>
                  <a:pt x="131520" y="6950"/>
                </a:cubicBezTo>
                <a:cubicBezTo>
                  <a:pt x="130104" y="9429"/>
                  <a:pt x="131255" y="10182"/>
                  <a:pt x="132051" y="11200"/>
                </a:cubicBezTo>
                <a:cubicBezTo>
                  <a:pt x="134309" y="9252"/>
                  <a:pt x="136478" y="7304"/>
                  <a:pt x="140639" y="5755"/>
                </a:cubicBezTo>
                <a:cubicBezTo>
                  <a:pt x="139488" y="7127"/>
                  <a:pt x="137895" y="8499"/>
                  <a:pt x="139577" y="10093"/>
                </a:cubicBezTo>
                <a:cubicBezTo>
                  <a:pt x="141923" y="8632"/>
                  <a:pt x="144269" y="7171"/>
                  <a:pt x="149803" y="6153"/>
                </a:cubicBezTo>
                <a:cubicBezTo>
                  <a:pt x="148563" y="7526"/>
                  <a:pt x="145952" y="8942"/>
                  <a:pt x="147545" y="10314"/>
                </a:cubicBezTo>
                <a:cubicBezTo>
                  <a:pt x="150467" y="9208"/>
                  <a:pt x="153743" y="8367"/>
                  <a:pt x="157329" y="7924"/>
                </a:cubicBezTo>
                <a:cubicBezTo>
                  <a:pt x="155602" y="9341"/>
                  <a:pt x="154185" y="10713"/>
                  <a:pt x="155602" y="11820"/>
                </a:cubicBezTo>
                <a:cubicBezTo>
                  <a:pt x="158745" y="10846"/>
                  <a:pt x="163083" y="9562"/>
                  <a:pt x="167289" y="10669"/>
                </a:cubicBezTo>
                <a:lnTo>
                  <a:pt x="164633" y="13369"/>
                </a:lnTo>
                <a:cubicBezTo>
                  <a:pt x="164323" y="13723"/>
                  <a:pt x="170875" y="13635"/>
                  <a:pt x="175213" y="13723"/>
                </a:cubicBezTo>
                <a:cubicBezTo>
                  <a:pt x="173619" y="15936"/>
                  <a:pt x="172025" y="18017"/>
                  <a:pt x="171096" y="21780"/>
                </a:cubicBezTo>
                <a:cubicBezTo>
                  <a:pt x="171539" y="22223"/>
                  <a:pt x="173663" y="21957"/>
                  <a:pt x="175700" y="21780"/>
                </a:cubicBezTo>
                <a:cubicBezTo>
                  <a:pt x="173619" y="26162"/>
                  <a:pt x="170033" y="27225"/>
                  <a:pt x="169192" y="29128"/>
                </a:cubicBezTo>
                <a:cubicBezTo>
                  <a:pt x="170476" y="30102"/>
                  <a:pt x="172203" y="29837"/>
                  <a:pt x="174150" y="29173"/>
                </a:cubicBezTo>
                <a:cubicBezTo>
                  <a:pt x="172645" y="32227"/>
                  <a:pt x="169546" y="34352"/>
                  <a:pt x="167067" y="36831"/>
                </a:cubicBezTo>
                <a:cubicBezTo>
                  <a:pt x="167687" y="37274"/>
                  <a:pt x="168794" y="37539"/>
                  <a:pt x="171361" y="37229"/>
                </a:cubicBezTo>
                <a:cubicBezTo>
                  <a:pt x="169060" y="39664"/>
                  <a:pt x="166315" y="41878"/>
                  <a:pt x="163039" y="43870"/>
                </a:cubicBezTo>
                <a:cubicBezTo>
                  <a:pt x="163615" y="44534"/>
                  <a:pt x="165607" y="44534"/>
                  <a:pt x="167466" y="44578"/>
                </a:cubicBezTo>
                <a:cubicBezTo>
                  <a:pt x="164500" y="47455"/>
                  <a:pt x="160693" y="48960"/>
                  <a:pt x="157107" y="50864"/>
                </a:cubicBezTo>
                <a:cubicBezTo>
                  <a:pt x="158878" y="52059"/>
                  <a:pt x="160162" y="51794"/>
                  <a:pt x="161534" y="51794"/>
                </a:cubicBezTo>
                <a:cubicBezTo>
                  <a:pt x="159011" y="53874"/>
                  <a:pt x="154717" y="54937"/>
                  <a:pt x="150733" y="56220"/>
                </a:cubicBezTo>
                <a:cubicBezTo>
                  <a:pt x="151485" y="57416"/>
                  <a:pt x="152238" y="57725"/>
                  <a:pt x="153876" y="58035"/>
                </a:cubicBezTo>
                <a:cubicBezTo>
                  <a:pt x="149670" y="60382"/>
                  <a:pt x="143605" y="59319"/>
                  <a:pt x="141923" y="60514"/>
                </a:cubicBezTo>
                <a:cubicBezTo>
                  <a:pt x="142322" y="61710"/>
                  <a:pt x="143517" y="62462"/>
                  <a:pt x="144889" y="63082"/>
                </a:cubicBezTo>
                <a:cubicBezTo>
                  <a:pt x="138072" y="63480"/>
                  <a:pt x="119524" y="62816"/>
                  <a:pt x="115938" y="48783"/>
                </a:cubicBezTo>
                <a:cubicBezTo>
                  <a:pt x="122888" y="41125"/>
                  <a:pt x="135593" y="32183"/>
                  <a:pt x="157417" y="21072"/>
                </a:cubicBezTo>
                <a:cubicBezTo>
                  <a:pt x="140418" y="26738"/>
                  <a:pt x="125101" y="34352"/>
                  <a:pt x="112264" y="44755"/>
                </a:cubicBezTo>
                <a:cubicBezTo>
                  <a:pt x="97080" y="37716"/>
                  <a:pt x="107483" y="20009"/>
                  <a:pt x="114831" y="12971"/>
                </a:cubicBezTo>
                <a:close/>
                <a:moveTo>
                  <a:pt x="99603" y="63702"/>
                </a:moveTo>
                <a:cubicBezTo>
                  <a:pt x="110316" y="63569"/>
                  <a:pt x="123552" y="71581"/>
                  <a:pt x="123508" y="79063"/>
                </a:cubicBezTo>
                <a:cubicBezTo>
                  <a:pt x="123463" y="85703"/>
                  <a:pt x="114211" y="91059"/>
                  <a:pt x="99692" y="90971"/>
                </a:cubicBezTo>
                <a:cubicBezTo>
                  <a:pt x="85482" y="90794"/>
                  <a:pt x="75920" y="84242"/>
                  <a:pt x="75964" y="77779"/>
                </a:cubicBezTo>
                <a:cubicBezTo>
                  <a:pt x="75964" y="72511"/>
                  <a:pt x="87562" y="63392"/>
                  <a:pt x="99603" y="63702"/>
                </a:cubicBezTo>
                <a:close/>
                <a:moveTo>
                  <a:pt x="45153" y="58035"/>
                </a:moveTo>
                <a:cubicBezTo>
                  <a:pt x="46791" y="57725"/>
                  <a:pt x="47544" y="57371"/>
                  <a:pt x="48296" y="56220"/>
                </a:cubicBezTo>
                <a:cubicBezTo>
                  <a:pt x="44312" y="54981"/>
                  <a:pt x="40018" y="53874"/>
                  <a:pt x="37495" y="51794"/>
                </a:cubicBezTo>
                <a:cubicBezTo>
                  <a:pt x="38867" y="51794"/>
                  <a:pt x="40151" y="52103"/>
                  <a:pt x="41922" y="50864"/>
                </a:cubicBezTo>
                <a:cubicBezTo>
                  <a:pt x="38336" y="48960"/>
                  <a:pt x="34529" y="47455"/>
                  <a:pt x="31563" y="44578"/>
                </a:cubicBezTo>
                <a:cubicBezTo>
                  <a:pt x="33422" y="44534"/>
                  <a:pt x="35414" y="44578"/>
                  <a:pt x="35990" y="43870"/>
                </a:cubicBezTo>
                <a:cubicBezTo>
                  <a:pt x="32714" y="41878"/>
                  <a:pt x="29969" y="39664"/>
                  <a:pt x="27668" y="37229"/>
                </a:cubicBezTo>
                <a:cubicBezTo>
                  <a:pt x="30235" y="37539"/>
                  <a:pt x="31342" y="37274"/>
                  <a:pt x="31962" y="36831"/>
                </a:cubicBezTo>
                <a:cubicBezTo>
                  <a:pt x="29482" y="34352"/>
                  <a:pt x="26339" y="32227"/>
                  <a:pt x="24879" y="29173"/>
                </a:cubicBezTo>
                <a:cubicBezTo>
                  <a:pt x="26782" y="29837"/>
                  <a:pt x="28553" y="30058"/>
                  <a:pt x="29837" y="29128"/>
                </a:cubicBezTo>
                <a:cubicBezTo>
                  <a:pt x="28996" y="27269"/>
                  <a:pt x="25410" y="26162"/>
                  <a:pt x="23329" y="21780"/>
                </a:cubicBezTo>
                <a:cubicBezTo>
                  <a:pt x="25366" y="21957"/>
                  <a:pt x="27490" y="22223"/>
                  <a:pt x="27933" y="21780"/>
                </a:cubicBezTo>
                <a:cubicBezTo>
                  <a:pt x="27003" y="18017"/>
                  <a:pt x="25366" y="15892"/>
                  <a:pt x="23816" y="13723"/>
                </a:cubicBezTo>
                <a:cubicBezTo>
                  <a:pt x="28154" y="13679"/>
                  <a:pt x="34706" y="13723"/>
                  <a:pt x="34396" y="13369"/>
                </a:cubicBezTo>
                <a:lnTo>
                  <a:pt x="31740" y="10669"/>
                </a:lnTo>
                <a:cubicBezTo>
                  <a:pt x="35946" y="9562"/>
                  <a:pt x="40284" y="10846"/>
                  <a:pt x="43427" y="11820"/>
                </a:cubicBezTo>
                <a:cubicBezTo>
                  <a:pt x="44843" y="10713"/>
                  <a:pt x="43383" y="9341"/>
                  <a:pt x="41700" y="7924"/>
                </a:cubicBezTo>
                <a:cubicBezTo>
                  <a:pt x="45286" y="8411"/>
                  <a:pt x="48518" y="9208"/>
                  <a:pt x="51484" y="10314"/>
                </a:cubicBezTo>
                <a:cubicBezTo>
                  <a:pt x="53033" y="8942"/>
                  <a:pt x="50466" y="7526"/>
                  <a:pt x="49226" y="6153"/>
                </a:cubicBezTo>
                <a:cubicBezTo>
                  <a:pt x="54760" y="7171"/>
                  <a:pt x="57106" y="8632"/>
                  <a:pt x="59452" y="10093"/>
                </a:cubicBezTo>
                <a:cubicBezTo>
                  <a:pt x="61134" y="8499"/>
                  <a:pt x="59540" y="7127"/>
                  <a:pt x="58390" y="5755"/>
                </a:cubicBezTo>
                <a:cubicBezTo>
                  <a:pt x="62551" y="7260"/>
                  <a:pt x="64720" y="9252"/>
                  <a:pt x="66977" y="11200"/>
                </a:cubicBezTo>
                <a:cubicBezTo>
                  <a:pt x="67730" y="10182"/>
                  <a:pt x="68925" y="9429"/>
                  <a:pt x="67509" y="6950"/>
                </a:cubicBezTo>
                <a:cubicBezTo>
                  <a:pt x="70475" y="8632"/>
                  <a:pt x="72732" y="10624"/>
                  <a:pt x="74370" y="12838"/>
                </a:cubicBezTo>
                <a:cubicBezTo>
                  <a:pt x="76185" y="11687"/>
                  <a:pt x="75477" y="10093"/>
                  <a:pt x="75477" y="8677"/>
                </a:cubicBezTo>
                <a:cubicBezTo>
                  <a:pt x="78576" y="11156"/>
                  <a:pt x="80524" y="13767"/>
                  <a:pt x="82914" y="16335"/>
                </a:cubicBezTo>
                <a:cubicBezTo>
                  <a:pt x="83401" y="15981"/>
                  <a:pt x="83799" y="14830"/>
                  <a:pt x="84198" y="12971"/>
                </a:cubicBezTo>
                <a:cubicBezTo>
                  <a:pt x="91546" y="20009"/>
                  <a:pt x="101949" y="37716"/>
                  <a:pt x="86854" y="44755"/>
                </a:cubicBezTo>
                <a:cubicBezTo>
                  <a:pt x="74016" y="34352"/>
                  <a:pt x="58699" y="26738"/>
                  <a:pt x="41700" y="21072"/>
                </a:cubicBezTo>
                <a:cubicBezTo>
                  <a:pt x="63525" y="32139"/>
                  <a:pt x="76230" y="41125"/>
                  <a:pt x="83180" y="48783"/>
                </a:cubicBezTo>
                <a:cubicBezTo>
                  <a:pt x="79638" y="62861"/>
                  <a:pt x="61046" y="63480"/>
                  <a:pt x="54228" y="63082"/>
                </a:cubicBezTo>
                <a:cubicBezTo>
                  <a:pt x="55601" y="62462"/>
                  <a:pt x="56796" y="61665"/>
                  <a:pt x="57194" y="60514"/>
                </a:cubicBezTo>
                <a:cubicBezTo>
                  <a:pt x="55424" y="59275"/>
                  <a:pt x="49403" y="60337"/>
                  <a:pt x="45153" y="58035"/>
                </a:cubicBezTo>
                <a:close/>
                <a:moveTo>
                  <a:pt x="71758" y="68704"/>
                </a:moveTo>
                <a:cubicBezTo>
                  <a:pt x="79195" y="69943"/>
                  <a:pt x="36078" y="106996"/>
                  <a:pt x="35414" y="98762"/>
                </a:cubicBezTo>
                <a:cubicBezTo>
                  <a:pt x="34750" y="77203"/>
                  <a:pt x="51572" y="65340"/>
                  <a:pt x="71758" y="68704"/>
                </a:cubicBezTo>
                <a:close/>
                <a:moveTo>
                  <a:pt x="25985" y="151397"/>
                </a:moveTo>
                <a:cubicBezTo>
                  <a:pt x="15494" y="143074"/>
                  <a:pt x="12129" y="118771"/>
                  <a:pt x="31563" y="107881"/>
                </a:cubicBezTo>
                <a:cubicBezTo>
                  <a:pt x="43294" y="104782"/>
                  <a:pt x="35547" y="155602"/>
                  <a:pt x="25985" y="151397"/>
                </a:cubicBezTo>
                <a:close/>
                <a:moveTo>
                  <a:pt x="66269" y="194868"/>
                </a:moveTo>
                <a:cubicBezTo>
                  <a:pt x="60382" y="198365"/>
                  <a:pt x="45994" y="196948"/>
                  <a:pt x="35813" y="182517"/>
                </a:cubicBezTo>
                <a:cubicBezTo>
                  <a:pt x="28951" y="170388"/>
                  <a:pt x="29837" y="158081"/>
                  <a:pt x="34662" y="154451"/>
                </a:cubicBezTo>
                <a:cubicBezTo>
                  <a:pt x="41878" y="150113"/>
                  <a:pt x="53033" y="155956"/>
                  <a:pt x="61621" y="165784"/>
                </a:cubicBezTo>
                <a:cubicBezTo>
                  <a:pt x="69102" y="174637"/>
                  <a:pt x="72511" y="190264"/>
                  <a:pt x="66269" y="194868"/>
                </a:cubicBezTo>
                <a:close/>
                <a:moveTo>
                  <a:pt x="54582" y="141879"/>
                </a:moveTo>
                <a:cubicBezTo>
                  <a:pt x="43737" y="134885"/>
                  <a:pt x="41789" y="119037"/>
                  <a:pt x="50200" y="106465"/>
                </a:cubicBezTo>
                <a:cubicBezTo>
                  <a:pt x="58611" y="93892"/>
                  <a:pt x="74237" y="89377"/>
                  <a:pt x="85083" y="96371"/>
                </a:cubicBezTo>
                <a:cubicBezTo>
                  <a:pt x="95929" y="103366"/>
                  <a:pt x="97877" y="119214"/>
                  <a:pt x="89466" y="131786"/>
                </a:cubicBezTo>
                <a:cubicBezTo>
                  <a:pt x="81010" y="144358"/>
                  <a:pt x="65384" y="148873"/>
                  <a:pt x="54582" y="141879"/>
                </a:cubicBezTo>
                <a:close/>
                <a:moveTo>
                  <a:pt x="99824" y="219569"/>
                </a:moveTo>
                <a:cubicBezTo>
                  <a:pt x="86810" y="220101"/>
                  <a:pt x="74060" y="209078"/>
                  <a:pt x="74237" y="205271"/>
                </a:cubicBezTo>
                <a:cubicBezTo>
                  <a:pt x="74060" y="199649"/>
                  <a:pt x="90085" y="195266"/>
                  <a:pt x="100488" y="195532"/>
                </a:cubicBezTo>
                <a:cubicBezTo>
                  <a:pt x="110980" y="195089"/>
                  <a:pt x="125101" y="198852"/>
                  <a:pt x="125146" y="203898"/>
                </a:cubicBezTo>
                <a:cubicBezTo>
                  <a:pt x="125367" y="208768"/>
                  <a:pt x="112396" y="219791"/>
                  <a:pt x="99824" y="219569"/>
                </a:cubicBezTo>
                <a:close/>
                <a:moveTo>
                  <a:pt x="125898" y="164279"/>
                </a:moveTo>
                <a:cubicBezTo>
                  <a:pt x="125987" y="177426"/>
                  <a:pt x="114300" y="188095"/>
                  <a:pt x="99869" y="188183"/>
                </a:cubicBezTo>
                <a:cubicBezTo>
                  <a:pt x="85437" y="188272"/>
                  <a:pt x="73662" y="177648"/>
                  <a:pt x="73573" y="164544"/>
                </a:cubicBezTo>
                <a:lnTo>
                  <a:pt x="73573" y="164279"/>
                </a:lnTo>
                <a:cubicBezTo>
                  <a:pt x="73485" y="151131"/>
                  <a:pt x="85172" y="140462"/>
                  <a:pt x="99603" y="140374"/>
                </a:cubicBezTo>
                <a:cubicBezTo>
                  <a:pt x="114034" y="140285"/>
                  <a:pt x="125810" y="150910"/>
                  <a:pt x="125898" y="164013"/>
                </a:cubicBezTo>
                <a:lnTo>
                  <a:pt x="125898" y="164279"/>
                </a:lnTo>
                <a:close/>
                <a:moveTo>
                  <a:pt x="162287" y="183181"/>
                </a:moveTo>
                <a:cubicBezTo>
                  <a:pt x="151087" y="198498"/>
                  <a:pt x="135903" y="199073"/>
                  <a:pt x="130281" y="194824"/>
                </a:cubicBezTo>
                <a:cubicBezTo>
                  <a:pt x="124393" y="189334"/>
                  <a:pt x="128864" y="172291"/>
                  <a:pt x="136965" y="162951"/>
                </a:cubicBezTo>
                <a:cubicBezTo>
                  <a:pt x="146217" y="152636"/>
                  <a:pt x="156133" y="145907"/>
                  <a:pt x="163039" y="151175"/>
                </a:cubicBezTo>
                <a:cubicBezTo>
                  <a:pt x="167687" y="155735"/>
                  <a:pt x="170432" y="172911"/>
                  <a:pt x="162287" y="183181"/>
                </a:cubicBezTo>
                <a:close/>
                <a:moveTo>
                  <a:pt x="172424" y="150777"/>
                </a:moveTo>
                <a:cubicBezTo>
                  <a:pt x="162906" y="154938"/>
                  <a:pt x="155159" y="104163"/>
                  <a:pt x="166846" y="107261"/>
                </a:cubicBezTo>
                <a:cubicBezTo>
                  <a:pt x="186280" y="118196"/>
                  <a:pt x="182915" y="142499"/>
                  <a:pt x="172424" y="150777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63" name="Text 60"/>
          <p:cNvSpPr/>
          <p:nvPr/>
        </p:nvSpPr>
        <p:spPr>
          <a:xfrm>
            <a:off x="9316203" y="6506807"/>
            <a:ext cx="802727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Raspberry Pi</a:t>
            </a:r>
            <a:endParaRPr lang="en-US" sz="1600" dirty="0"/>
          </a:p>
        </p:txBody>
      </p:sp>
      <p:sp>
        <p:nvSpPr>
          <p:cNvPr id="64" name="Shape 61"/>
          <p:cNvSpPr/>
          <p:nvPr/>
        </p:nvSpPr>
        <p:spPr>
          <a:xfrm>
            <a:off x="10935379" y="6242380"/>
            <a:ext cx="198321" cy="226652"/>
          </a:xfrm>
          <a:custGeom>
            <a:avLst/>
            <a:gdLst/>
            <a:ahLst/>
            <a:cxnLst/>
            <a:rect l="l" t="t" r="r" b="b"/>
            <a:pathLst>
              <a:path w="198321" h="226652">
                <a:moveTo>
                  <a:pt x="28332" y="14166"/>
                </a:moveTo>
                <a:cubicBezTo>
                  <a:pt x="12705" y="14166"/>
                  <a:pt x="0" y="26871"/>
                  <a:pt x="0" y="42497"/>
                </a:cubicBezTo>
                <a:lnTo>
                  <a:pt x="0" y="70829"/>
                </a:lnTo>
                <a:cubicBezTo>
                  <a:pt x="0" y="86455"/>
                  <a:pt x="12705" y="99160"/>
                  <a:pt x="28332" y="99160"/>
                </a:cubicBezTo>
                <a:lnTo>
                  <a:pt x="169989" y="99160"/>
                </a:lnTo>
                <a:cubicBezTo>
                  <a:pt x="185616" y="99160"/>
                  <a:pt x="198321" y="86455"/>
                  <a:pt x="198321" y="70829"/>
                </a:cubicBezTo>
                <a:lnTo>
                  <a:pt x="198321" y="42497"/>
                </a:lnTo>
                <a:cubicBezTo>
                  <a:pt x="198321" y="26871"/>
                  <a:pt x="185616" y="14166"/>
                  <a:pt x="169989" y="14166"/>
                </a:cubicBezTo>
                <a:lnTo>
                  <a:pt x="28332" y="14166"/>
                </a:lnTo>
                <a:close/>
                <a:moveTo>
                  <a:pt x="123950" y="46039"/>
                </a:moveTo>
                <a:cubicBezTo>
                  <a:pt x="129814" y="46039"/>
                  <a:pt x="134575" y="50799"/>
                  <a:pt x="134575" y="56663"/>
                </a:cubicBezTo>
                <a:cubicBezTo>
                  <a:pt x="134575" y="62527"/>
                  <a:pt x="129814" y="67287"/>
                  <a:pt x="123950" y="67287"/>
                </a:cubicBezTo>
                <a:cubicBezTo>
                  <a:pt x="118087" y="67287"/>
                  <a:pt x="113326" y="62527"/>
                  <a:pt x="113326" y="56663"/>
                </a:cubicBezTo>
                <a:cubicBezTo>
                  <a:pt x="113326" y="50799"/>
                  <a:pt x="118087" y="46039"/>
                  <a:pt x="123950" y="46039"/>
                </a:cubicBezTo>
                <a:close/>
                <a:moveTo>
                  <a:pt x="148741" y="56663"/>
                </a:moveTo>
                <a:cubicBezTo>
                  <a:pt x="148741" y="50799"/>
                  <a:pt x="153501" y="46039"/>
                  <a:pt x="159365" y="46039"/>
                </a:cubicBezTo>
                <a:cubicBezTo>
                  <a:pt x="165229" y="46039"/>
                  <a:pt x="169989" y="50799"/>
                  <a:pt x="169989" y="56663"/>
                </a:cubicBezTo>
                <a:cubicBezTo>
                  <a:pt x="169989" y="62527"/>
                  <a:pt x="165229" y="67287"/>
                  <a:pt x="159365" y="67287"/>
                </a:cubicBezTo>
                <a:cubicBezTo>
                  <a:pt x="153501" y="67287"/>
                  <a:pt x="148741" y="62527"/>
                  <a:pt x="148741" y="56663"/>
                </a:cubicBezTo>
                <a:close/>
                <a:moveTo>
                  <a:pt x="28332" y="127492"/>
                </a:moveTo>
                <a:cubicBezTo>
                  <a:pt x="12705" y="127492"/>
                  <a:pt x="0" y="140197"/>
                  <a:pt x="0" y="155823"/>
                </a:cubicBezTo>
                <a:lnTo>
                  <a:pt x="0" y="184155"/>
                </a:lnTo>
                <a:cubicBezTo>
                  <a:pt x="0" y="199782"/>
                  <a:pt x="12705" y="212486"/>
                  <a:pt x="28332" y="212486"/>
                </a:cubicBezTo>
                <a:lnTo>
                  <a:pt x="169989" y="212486"/>
                </a:lnTo>
                <a:cubicBezTo>
                  <a:pt x="185616" y="212486"/>
                  <a:pt x="198321" y="199782"/>
                  <a:pt x="198321" y="184155"/>
                </a:cubicBezTo>
                <a:lnTo>
                  <a:pt x="198321" y="155823"/>
                </a:lnTo>
                <a:cubicBezTo>
                  <a:pt x="198321" y="140197"/>
                  <a:pt x="185616" y="127492"/>
                  <a:pt x="169989" y="127492"/>
                </a:cubicBezTo>
                <a:lnTo>
                  <a:pt x="28332" y="127492"/>
                </a:lnTo>
                <a:close/>
                <a:moveTo>
                  <a:pt x="123950" y="159365"/>
                </a:moveTo>
                <a:cubicBezTo>
                  <a:pt x="129814" y="159365"/>
                  <a:pt x="134575" y="164125"/>
                  <a:pt x="134575" y="169989"/>
                </a:cubicBezTo>
                <a:cubicBezTo>
                  <a:pt x="134575" y="175853"/>
                  <a:pt x="129814" y="180613"/>
                  <a:pt x="123950" y="180613"/>
                </a:cubicBezTo>
                <a:cubicBezTo>
                  <a:pt x="118087" y="180613"/>
                  <a:pt x="113326" y="175853"/>
                  <a:pt x="113326" y="169989"/>
                </a:cubicBezTo>
                <a:cubicBezTo>
                  <a:pt x="113326" y="164125"/>
                  <a:pt x="118087" y="159365"/>
                  <a:pt x="123950" y="159365"/>
                </a:cubicBezTo>
                <a:close/>
                <a:moveTo>
                  <a:pt x="148741" y="169989"/>
                </a:moveTo>
                <a:cubicBezTo>
                  <a:pt x="148741" y="164125"/>
                  <a:pt x="153501" y="159365"/>
                  <a:pt x="159365" y="159365"/>
                </a:cubicBezTo>
                <a:cubicBezTo>
                  <a:pt x="165229" y="159365"/>
                  <a:pt x="169989" y="164125"/>
                  <a:pt x="169989" y="169989"/>
                </a:cubicBezTo>
                <a:cubicBezTo>
                  <a:pt x="169989" y="175853"/>
                  <a:pt x="165229" y="180613"/>
                  <a:pt x="159365" y="180613"/>
                </a:cubicBezTo>
                <a:cubicBezTo>
                  <a:pt x="153501" y="180613"/>
                  <a:pt x="148741" y="175853"/>
                  <a:pt x="148741" y="16998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5" name="Text 62"/>
          <p:cNvSpPr/>
          <p:nvPr/>
        </p:nvSpPr>
        <p:spPr>
          <a:xfrm>
            <a:off x="10720531" y="6506807"/>
            <a:ext cx="632737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 NUC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6459"/>
          </a:xfrm>
          <a:custGeom>
            <a:avLst/>
            <a:gdLst/>
            <a:ahLst/>
            <a:cxnLst/>
            <a:rect l="l" t="t" r="r" b="b"/>
            <a:pathLst>
              <a:path w="12192000" h="6856459">
                <a:moveTo>
                  <a:pt x="0" y="0"/>
                </a:moveTo>
                <a:lnTo>
                  <a:pt x="12192000" y="0"/>
                </a:lnTo>
                <a:lnTo>
                  <a:pt x="12192000" y="6856459"/>
                </a:lnTo>
                <a:lnTo>
                  <a:pt x="0" y="6856459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6366F1">
                  <a:alpha val="3000"/>
                </a:srgbClr>
              </a:gs>
              <a:gs pos="20000">
                <a:srgbClr val="6366F1">
                  <a:alpha val="3000"/>
                </a:srgbClr>
              </a:gs>
              <a:gs pos="33333.333333333336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28847" y="328847"/>
            <a:ext cx="11600076" cy="197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6" b="1" spc="104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VALUE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8847" y="591924"/>
            <a:ext cx="11682287" cy="328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3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ROI ve İş Değeri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8847" y="1019425"/>
            <a:ext cx="789233" cy="32885"/>
          </a:xfrm>
          <a:custGeom>
            <a:avLst/>
            <a:gdLst/>
            <a:ahLst/>
            <a:cxnLst/>
            <a:rect l="l" t="t" r="r" b="b"/>
            <a:pathLst>
              <a:path w="789233" h="32885">
                <a:moveTo>
                  <a:pt x="16442" y="0"/>
                </a:moveTo>
                <a:lnTo>
                  <a:pt x="772790" y="0"/>
                </a:lnTo>
                <a:cubicBezTo>
                  <a:pt x="781871" y="0"/>
                  <a:pt x="789233" y="7361"/>
                  <a:pt x="789233" y="16442"/>
                </a:cubicBezTo>
                <a:lnTo>
                  <a:pt x="789233" y="16442"/>
                </a:lnTo>
                <a:cubicBezTo>
                  <a:pt x="789233" y="25523"/>
                  <a:pt x="781871" y="32885"/>
                  <a:pt x="772790" y="32885"/>
                </a:cubicBezTo>
                <a:lnTo>
                  <a:pt x="16442" y="32885"/>
                </a:lnTo>
                <a:cubicBezTo>
                  <a:pt x="7368" y="32885"/>
                  <a:pt x="0" y="25517"/>
                  <a:pt x="0" y="16442"/>
                </a:cubicBezTo>
                <a:lnTo>
                  <a:pt x="0" y="16442"/>
                </a:lnTo>
                <a:cubicBezTo>
                  <a:pt x="0" y="7368"/>
                  <a:pt x="7368" y="0"/>
                  <a:pt x="16442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/>
              </a:gs>
              <a:gs pos="100000">
                <a:srgbClr val="22D3EE"/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32958" y="1187960"/>
            <a:ext cx="5672610" cy="3510441"/>
          </a:xfrm>
          <a:custGeom>
            <a:avLst/>
            <a:gdLst/>
            <a:ahLst/>
            <a:cxnLst/>
            <a:rect l="l" t="t" r="r" b="b"/>
            <a:pathLst>
              <a:path w="5672610" h="3510441">
                <a:moveTo>
                  <a:pt x="98643" y="0"/>
                </a:moveTo>
                <a:lnTo>
                  <a:pt x="5573966" y="0"/>
                </a:lnTo>
                <a:cubicBezTo>
                  <a:pt x="5628445" y="0"/>
                  <a:pt x="5672610" y="44164"/>
                  <a:pt x="5672610" y="98643"/>
                </a:cubicBezTo>
                <a:lnTo>
                  <a:pt x="5672610" y="3411798"/>
                </a:lnTo>
                <a:cubicBezTo>
                  <a:pt x="5672610" y="3466277"/>
                  <a:pt x="5628445" y="3510441"/>
                  <a:pt x="5573966" y="3510441"/>
                </a:cubicBezTo>
                <a:lnTo>
                  <a:pt x="98643" y="3510441"/>
                </a:lnTo>
                <a:cubicBezTo>
                  <a:pt x="44164" y="3510441"/>
                  <a:pt x="0" y="3466277"/>
                  <a:pt x="0" y="3411798"/>
                </a:cubicBezTo>
                <a:lnTo>
                  <a:pt x="0" y="98643"/>
                </a:lnTo>
                <a:cubicBezTo>
                  <a:pt x="0" y="44201"/>
                  <a:pt x="44201" y="0"/>
                  <a:pt x="98643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2045" y="1389378"/>
            <a:ext cx="164423" cy="164423"/>
          </a:xfrm>
          <a:custGeom>
            <a:avLst/>
            <a:gdLst/>
            <a:ahLst/>
            <a:cxnLst/>
            <a:rect l="l" t="t" r="r" b="b"/>
            <a:pathLst>
              <a:path w="164423" h="164423">
                <a:moveTo>
                  <a:pt x="20553" y="20553"/>
                </a:moveTo>
                <a:cubicBezTo>
                  <a:pt x="20553" y="14869"/>
                  <a:pt x="15961" y="10276"/>
                  <a:pt x="10276" y="10276"/>
                </a:cubicBezTo>
                <a:cubicBezTo>
                  <a:pt x="4592" y="10276"/>
                  <a:pt x="0" y="14869"/>
                  <a:pt x="0" y="20553"/>
                </a:cubicBezTo>
                <a:lnTo>
                  <a:pt x="0" y="128456"/>
                </a:lnTo>
                <a:cubicBezTo>
                  <a:pt x="0" y="142650"/>
                  <a:pt x="11497" y="154147"/>
                  <a:pt x="25691" y="154147"/>
                </a:cubicBezTo>
                <a:lnTo>
                  <a:pt x="154147" y="154147"/>
                </a:lnTo>
                <a:cubicBezTo>
                  <a:pt x="159831" y="154147"/>
                  <a:pt x="164423" y="149555"/>
                  <a:pt x="164423" y="143871"/>
                </a:cubicBezTo>
                <a:cubicBezTo>
                  <a:pt x="164423" y="138186"/>
                  <a:pt x="159831" y="133594"/>
                  <a:pt x="154147" y="133594"/>
                </a:cubicBezTo>
                <a:lnTo>
                  <a:pt x="25691" y="133594"/>
                </a:lnTo>
                <a:cubicBezTo>
                  <a:pt x="22865" y="133594"/>
                  <a:pt x="20553" y="131282"/>
                  <a:pt x="20553" y="128456"/>
                </a:cubicBezTo>
                <a:lnTo>
                  <a:pt x="20553" y="20553"/>
                </a:lnTo>
                <a:close/>
                <a:moveTo>
                  <a:pt x="151128" y="48364"/>
                </a:moveTo>
                <a:cubicBezTo>
                  <a:pt x="155143" y="44349"/>
                  <a:pt x="155143" y="37830"/>
                  <a:pt x="151128" y="33816"/>
                </a:cubicBezTo>
                <a:cubicBezTo>
                  <a:pt x="147114" y="29802"/>
                  <a:pt x="140595" y="29802"/>
                  <a:pt x="136581" y="33816"/>
                </a:cubicBezTo>
                <a:lnTo>
                  <a:pt x="102765" y="67664"/>
                </a:lnTo>
                <a:lnTo>
                  <a:pt x="84331" y="49263"/>
                </a:lnTo>
                <a:cubicBezTo>
                  <a:pt x="80317" y="45249"/>
                  <a:pt x="73798" y="45249"/>
                  <a:pt x="69784" y="49263"/>
                </a:cubicBezTo>
                <a:lnTo>
                  <a:pt x="38954" y="80092"/>
                </a:lnTo>
                <a:cubicBezTo>
                  <a:pt x="34940" y="84106"/>
                  <a:pt x="34940" y="90626"/>
                  <a:pt x="38954" y="94640"/>
                </a:cubicBezTo>
                <a:cubicBezTo>
                  <a:pt x="42968" y="98654"/>
                  <a:pt x="49488" y="98654"/>
                  <a:pt x="53502" y="94640"/>
                </a:cubicBezTo>
                <a:lnTo>
                  <a:pt x="77073" y="71068"/>
                </a:lnTo>
                <a:lnTo>
                  <a:pt x="95507" y="89502"/>
                </a:lnTo>
                <a:cubicBezTo>
                  <a:pt x="99521" y="93516"/>
                  <a:pt x="106040" y="93516"/>
                  <a:pt x="110055" y="89502"/>
                </a:cubicBezTo>
                <a:lnTo>
                  <a:pt x="151160" y="48396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707021" y="1356494"/>
            <a:ext cx="5212224" cy="230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Finansal Kazanımlar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5602" y="1722336"/>
            <a:ext cx="5327320" cy="863223"/>
          </a:xfrm>
          <a:custGeom>
            <a:avLst/>
            <a:gdLst/>
            <a:ahLst/>
            <a:cxnLst/>
            <a:rect l="l" t="t" r="r" b="b"/>
            <a:pathLst>
              <a:path w="5327320" h="863223">
                <a:moveTo>
                  <a:pt x="65769" y="0"/>
                </a:moveTo>
                <a:lnTo>
                  <a:pt x="5261551" y="0"/>
                </a:lnTo>
                <a:cubicBezTo>
                  <a:pt x="5297875" y="0"/>
                  <a:pt x="5327320" y="29446"/>
                  <a:pt x="5327320" y="65769"/>
                </a:cubicBezTo>
                <a:lnTo>
                  <a:pt x="5327320" y="797454"/>
                </a:lnTo>
                <a:cubicBezTo>
                  <a:pt x="5327320" y="833777"/>
                  <a:pt x="5297875" y="863223"/>
                  <a:pt x="5261551" y="863223"/>
                </a:cubicBezTo>
                <a:lnTo>
                  <a:pt x="65769" y="863223"/>
                </a:lnTo>
                <a:cubicBezTo>
                  <a:pt x="29446" y="863223"/>
                  <a:pt x="0" y="833777"/>
                  <a:pt x="0" y="797454"/>
                </a:cubicBezTo>
                <a:lnTo>
                  <a:pt x="0" y="65769"/>
                </a:lnTo>
                <a:cubicBezTo>
                  <a:pt x="0" y="29470"/>
                  <a:pt x="29470" y="0"/>
                  <a:pt x="6576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252" y="1874428"/>
            <a:ext cx="328847" cy="328847"/>
          </a:xfrm>
          <a:custGeom>
            <a:avLst/>
            <a:gdLst/>
            <a:ahLst/>
            <a:cxnLst/>
            <a:rect l="l" t="t" r="r" b="b"/>
            <a:pathLst>
              <a:path w="328847" h="328847">
                <a:moveTo>
                  <a:pt x="65769" y="0"/>
                </a:moveTo>
                <a:lnTo>
                  <a:pt x="263078" y="0"/>
                </a:lnTo>
                <a:cubicBezTo>
                  <a:pt x="299401" y="0"/>
                  <a:pt x="328847" y="29446"/>
                  <a:pt x="328847" y="65769"/>
                </a:cubicBezTo>
                <a:lnTo>
                  <a:pt x="328847" y="263078"/>
                </a:lnTo>
                <a:cubicBezTo>
                  <a:pt x="328847" y="299401"/>
                  <a:pt x="299401" y="328847"/>
                  <a:pt x="263078" y="328847"/>
                </a:cubicBezTo>
                <a:lnTo>
                  <a:pt x="65769" y="328847"/>
                </a:lnTo>
                <a:cubicBezTo>
                  <a:pt x="29446" y="328847"/>
                  <a:pt x="0" y="299401"/>
                  <a:pt x="0" y="263078"/>
                </a:cubicBezTo>
                <a:lnTo>
                  <a:pt x="0" y="65769"/>
                </a:lnTo>
                <a:cubicBezTo>
                  <a:pt x="0" y="29470"/>
                  <a:pt x="29470" y="0"/>
                  <a:pt x="65769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56348" y="1973082"/>
            <a:ext cx="98654" cy="131539"/>
          </a:xfrm>
          <a:custGeom>
            <a:avLst/>
            <a:gdLst/>
            <a:ahLst/>
            <a:cxnLst/>
            <a:rect l="l" t="t" r="r" b="b"/>
            <a:pathLst>
              <a:path w="98654" h="131539">
                <a:moveTo>
                  <a:pt x="43521" y="129124"/>
                </a:moveTo>
                <a:cubicBezTo>
                  <a:pt x="46732" y="132335"/>
                  <a:pt x="51948" y="132335"/>
                  <a:pt x="55159" y="129124"/>
                </a:cubicBezTo>
                <a:lnTo>
                  <a:pt x="96265" y="88018"/>
                </a:lnTo>
                <a:cubicBezTo>
                  <a:pt x="99476" y="84807"/>
                  <a:pt x="99476" y="79591"/>
                  <a:pt x="96265" y="76380"/>
                </a:cubicBezTo>
                <a:cubicBezTo>
                  <a:pt x="93053" y="73168"/>
                  <a:pt x="87838" y="73168"/>
                  <a:pt x="84627" y="76380"/>
                </a:cubicBezTo>
                <a:lnTo>
                  <a:pt x="57548" y="103458"/>
                </a:lnTo>
                <a:lnTo>
                  <a:pt x="57548" y="8221"/>
                </a:lnTo>
                <a:cubicBezTo>
                  <a:pt x="57548" y="3674"/>
                  <a:pt x="53874" y="0"/>
                  <a:pt x="49327" y="0"/>
                </a:cubicBezTo>
                <a:cubicBezTo>
                  <a:pt x="44780" y="0"/>
                  <a:pt x="41106" y="3674"/>
                  <a:pt x="41106" y="8221"/>
                </a:cubicBezTo>
                <a:lnTo>
                  <a:pt x="41106" y="103458"/>
                </a:lnTo>
                <a:lnTo>
                  <a:pt x="14027" y="76380"/>
                </a:lnTo>
                <a:cubicBezTo>
                  <a:pt x="10816" y="73168"/>
                  <a:pt x="5601" y="73168"/>
                  <a:pt x="2389" y="76380"/>
                </a:cubicBezTo>
                <a:cubicBezTo>
                  <a:pt x="-822" y="79591"/>
                  <a:pt x="-822" y="84807"/>
                  <a:pt x="2389" y="88018"/>
                </a:cubicBezTo>
                <a:lnTo>
                  <a:pt x="43495" y="129124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1068753" y="1857985"/>
            <a:ext cx="1175628" cy="197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İş Kazası Azalması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68753" y="2055293"/>
            <a:ext cx="1167407" cy="164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Otomatik izleme etkisi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15111" y="1890870"/>
            <a:ext cx="707021" cy="295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42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-26%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1252" y="2285486"/>
            <a:ext cx="5113570" cy="164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IPAF 2024 verilerine göre ölümlü kazalarda azalma potansiyeli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5602" y="2692434"/>
            <a:ext cx="5327320" cy="863223"/>
          </a:xfrm>
          <a:custGeom>
            <a:avLst/>
            <a:gdLst/>
            <a:ahLst/>
            <a:cxnLst/>
            <a:rect l="l" t="t" r="r" b="b"/>
            <a:pathLst>
              <a:path w="5327320" h="863223">
                <a:moveTo>
                  <a:pt x="65769" y="0"/>
                </a:moveTo>
                <a:lnTo>
                  <a:pt x="5261551" y="0"/>
                </a:lnTo>
                <a:cubicBezTo>
                  <a:pt x="5297875" y="0"/>
                  <a:pt x="5327320" y="29446"/>
                  <a:pt x="5327320" y="65769"/>
                </a:cubicBezTo>
                <a:lnTo>
                  <a:pt x="5327320" y="797454"/>
                </a:lnTo>
                <a:cubicBezTo>
                  <a:pt x="5327320" y="833777"/>
                  <a:pt x="5297875" y="863223"/>
                  <a:pt x="5261551" y="863223"/>
                </a:cubicBezTo>
                <a:lnTo>
                  <a:pt x="65769" y="863223"/>
                </a:lnTo>
                <a:cubicBezTo>
                  <a:pt x="29446" y="863223"/>
                  <a:pt x="0" y="833777"/>
                  <a:pt x="0" y="797454"/>
                </a:cubicBezTo>
                <a:lnTo>
                  <a:pt x="0" y="65769"/>
                </a:lnTo>
                <a:cubicBezTo>
                  <a:pt x="0" y="29470"/>
                  <a:pt x="29470" y="0"/>
                  <a:pt x="6576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1252" y="2844526"/>
            <a:ext cx="328847" cy="328847"/>
          </a:xfrm>
          <a:custGeom>
            <a:avLst/>
            <a:gdLst/>
            <a:ahLst/>
            <a:cxnLst/>
            <a:rect l="l" t="t" r="r" b="b"/>
            <a:pathLst>
              <a:path w="328847" h="328847">
                <a:moveTo>
                  <a:pt x="65769" y="0"/>
                </a:moveTo>
                <a:lnTo>
                  <a:pt x="263078" y="0"/>
                </a:lnTo>
                <a:cubicBezTo>
                  <a:pt x="299401" y="0"/>
                  <a:pt x="328847" y="29446"/>
                  <a:pt x="328847" y="65769"/>
                </a:cubicBezTo>
                <a:lnTo>
                  <a:pt x="328847" y="263078"/>
                </a:lnTo>
                <a:cubicBezTo>
                  <a:pt x="328847" y="299401"/>
                  <a:pt x="299401" y="328847"/>
                  <a:pt x="263078" y="328847"/>
                </a:cubicBezTo>
                <a:lnTo>
                  <a:pt x="65769" y="328847"/>
                </a:lnTo>
                <a:cubicBezTo>
                  <a:pt x="29446" y="328847"/>
                  <a:pt x="0" y="299401"/>
                  <a:pt x="0" y="263078"/>
                </a:cubicBezTo>
                <a:lnTo>
                  <a:pt x="0" y="65769"/>
                </a:lnTo>
                <a:cubicBezTo>
                  <a:pt x="0" y="29470"/>
                  <a:pt x="29470" y="0"/>
                  <a:pt x="65769" y="0"/>
                </a:cubicBezTo>
                <a:close/>
              </a:path>
            </a:pathLst>
          </a:custGeom>
          <a:solidFill>
            <a:srgbClr val="22D3EE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64569" y="2943180"/>
            <a:ext cx="82212" cy="131539"/>
          </a:xfrm>
          <a:custGeom>
            <a:avLst/>
            <a:gdLst/>
            <a:ahLst/>
            <a:cxnLst/>
            <a:rect l="l" t="t" r="r" b="b"/>
            <a:pathLst>
              <a:path w="82212" h="131539">
                <a:moveTo>
                  <a:pt x="34940" y="6166"/>
                </a:moveTo>
                <a:cubicBezTo>
                  <a:pt x="34940" y="2749"/>
                  <a:pt x="37689" y="0"/>
                  <a:pt x="41106" y="0"/>
                </a:cubicBezTo>
                <a:cubicBezTo>
                  <a:pt x="44523" y="0"/>
                  <a:pt x="47272" y="2749"/>
                  <a:pt x="47272" y="6166"/>
                </a:cubicBezTo>
                <a:lnTo>
                  <a:pt x="47272" y="16442"/>
                </a:lnTo>
                <a:lnTo>
                  <a:pt x="61659" y="16442"/>
                </a:lnTo>
                <a:cubicBezTo>
                  <a:pt x="66206" y="16442"/>
                  <a:pt x="69880" y="20116"/>
                  <a:pt x="69880" y="24664"/>
                </a:cubicBezTo>
                <a:cubicBezTo>
                  <a:pt x="69880" y="29211"/>
                  <a:pt x="66206" y="32885"/>
                  <a:pt x="61659" y="32885"/>
                </a:cubicBezTo>
                <a:lnTo>
                  <a:pt x="32140" y="32885"/>
                </a:lnTo>
                <a:cubicBezTo>
                  <a:pt x="25743" y="32885"/>
                  <a:pt x="20553" y="38074"/>
                  <a:pt x="20553" y="44471"/>
                </a:cubicBezTo>
                <a:cubicBezTo>
                  <a:pt x="20553" y="50252"/>
                  <a:pt x="24792" y="55133"/>
                  <a:pt x="30495" y="55955"/>
                </a:cubicBezTo>
                <a:lnTo>
                  <a:pt x="54029" y="59321"/>
                </a:lnTo>
                <a:cubicBezTo>
                  <a:pt x="67850" y="61299"/>
                  <a:pt x="78101" y="73117"/>
                  <a:pt x="78101" y="87067"/>
                </a:cubicBezTo>
                <a:cubicBezTo>
                  <a:pt x="78101" y="102559"/>
                  <a:pt x="65538" y="115096"/>
                  <a:pt x="50072" y="115096"/>
                </a:cubicBezTo>
                <a:lnTo>
                  <a:pt x="47272" y="115096"/>
                </a:lnTo>
                <a:lnTo>
                  <a:pt x="47272" y="125373"/>
                </a:lnTo>
                <a:cubicBezTo>
                  <a:pt x="47272" y="128790"/>
                  <a:pt x="44523" y="131539"/>
                  <a:pt x="41106" y="131539"/>
                </a:cubicBezTo>
                <a:cubicBezTo>
                  <a:pt x="37689" y="131539"/>
                  <a:pt x="34940" y="128790"/>
                  <a:pt x="34940" y="125373"/>
                </a:cubicBezTo>
                <a:lnTo>
                  <a:pt x="34940" y="115096"/>
                </a:lnTo>
                <a:lnTo>
                  <a:pt x="16442" y="115096"/>
                </a:lnTo>
                <a:cubicBezTo>
                  <a:pt x="11895" y="115096"/>
                  <a:pt x="8221" y="111423"/>
                  <a:pt x="8221" y="106875"/>
                </a:cubicBezTo>
                <a:cubicBezTo>
                  <a:pt x="8221" y="102328"/>
                  <a:pt x="11895" y="98654"/>
                  <a:pt x="16442" y="98654"/>
                </a:cubicBezTo>
                <a:lnTo>
                  <a:pt x="50072" y="98654"/>
                </a:lnTo>
                <a:cubicBezTo>
                  <a:pt x="56469" y="98654"/>
                  <a:pt x="61659" y="93464"/>
                  <a:pt x="61659" y="87067"/>
                </a:cubicBezTo>
                <a:cubicBezTo>
                  <a:pt x="61659" y="81287"/>
                  <a:pt x="57420" y="76406"/>
                  <a:pt x="51716" y="75583"/>
                </a:cubicBezTo>
                <a:lnTo>
                  <a:pt x="28183" y="72218"/>
                </a:lnTo>
                <a:cubicBezTo>
                  <a:pt x="14361" y="70265"/>
                  <a:pt x="4111" y="58422"/>
                  <a:pt x="4111" y="44471"/>
                </a:cubicBezTo>
                <a:cubicBezTo>
                  <a:pt x="4111" y="29005"/>
                  <a:pt x="16674" y="16442"/>
                  <a:pt x="32140" y="16442"/>
                </a:cubicBezTo>
                <a:lnTo>
                  <a:pt x="34940" y="16442"/>
                </a:lnTo>
                <a:lnTo>
                  <a:pt x="34940" y="6166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1068753" y="2828084"/>
            <a:ext cx="805675" cy="197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Sigorta Primi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68753" y="3025392"/>
            <a:ext cx="797454" cy="164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Yıllık tasarruf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65209" y="2860968"/>
            <a:ext cx="657694" cy="295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42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-15%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1252" y="3255585"/>
            <a:ext cx="5113570" cy="164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Daha düşük risk profili ile prim indirimi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5602" y="3662533"/>
            <a:ext cx="5327320" cy="863223"/>
          </a:xfrm>
          <a:custGeom>
            <a:avLst/>
            <a:gdLst/>
            <a:ahLst/>
            <a:cxnLst/>
            <a:rect l="l" t="t" r="r" b="b"/>
            <a:pathLst>
              <a:path w="5327320" h="863223">
                <a:moveTo>
                  <a:pt x="65769" y="0"/>
                </a:moveTo>
                <a:lnTo>
                  <a:pt x="5261551" y="0"/>
                </a:lnTo>
                <a:cubicBezTo>
                  <a:pt x="5297875" y="0"/>
                  <a:pt x="5327320" y="29446"/>
                  <a:pt x="5327320" y="65769"/>
                </a:cubicBezTo>
                <a:lnTo>
                  <a:pt x="5327320" y="797454"/>
                </a:lnTo>
                <a:cubicBezTo>
                  <a:pt x="5327320" y="833777"/>
                  <a:pt x="5297875" y="863223"/>
                  <a:pt x="5261551" y="863223"/>
                </a:cubicBezTo>
                <a:lnTo>
                  <a:pt x="65769" y="863223"/>
                </a:lnTo>
                <a:cubicBezTo>
                  <a:pt x="29446" y="863223"/>
                  <a:pt x="0" y="833777"/>
                  <a:pt x="0" y="797454"/>
                </a:cubicBezTo>
                <a:lnTo>
                  <a:pt x="0" y="65769"/>
                </a:lnTo>
                <a:cubicBezTo>
                  <a:pt x="0" y="29470"/>
                  <a:pt x="29470" y="0"/>
                  <a:pt x="6576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1252" y="3814624"/>
            <a:ext cx="328847" cy="328847"/>
          </a:xfrm>
          <a:custGeom>
            <a:avLst/>
            <a:gdLst/>
            <a:ahLst/>
            <a:cxnLst/>
            <a:rect l="l" t="t" r="r" b="b"/>
            <a:pathLst>
              <a:path w="328847" h="328847">
                <a:moveTo>
                  <a:pt x="65769" y="0"/>
                </a:moveTo>
                <a:lnTo>
                  <a:pt x="263078" y="0"/>
                </a:lnTo>
                <a:cubicBezTo>
                  <a:pt x="299401" y="0"/>
                  <a:pt x="328847" y="29446"/>
                  <a:pt x="328847" y="65769"/>
                </a:cubicBezTo>
                <a:lnTo>
                  <a:pt x="328847" y="263078"/>
                </a:lnTo>
                <a:cubicBezTo>
                  <a:pt x="328847" y="299401"/>
                  <a:pt x="299401" y="328847"/>
                  <a:pt x="263078" y="328847"/>
                </a:cubicBezTo>
                <a:lnTo>
                  <a:pt x="65769" y="328847"/>
                </a:lnTo>
                <a:cubicBezTo>
                  <a:pt x="29446" y="328847"/>
                  <a:pt x="0" y="299401"/>
                  <a:pt x="0" y="263078"/>
                </a:cubicBezTo>
                <a:lnTo>
                  <a:pt x="0" y="65769"/>
                </a:lnTo>
                <a:cubicBezTo>
                  <a:pt x="0" y="29470"/>
                  <a:pt x="29470" y="0"/>
                  <a:pt x="65769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48127" y="3913278"/>
            <a:ext cx="115096" cy="131539"/>
          </a:xfrm>
          <a:custGeom>
            <a:avLst/>
            <a:gdLst/>
            <a:ahLst/>
            <a:cxnLst/>
            <a:rect l="l" t="t" r="r" b="b"/>
            <a:pathLst>
              <a:path w="115096" h="131539">
                <a:moveTo>
                  <a:pt x="57548" y="63714"/>
                </a:moveTo>
                <a:cubicBezTo>
                  <a:pt x="40533" y="63714"/>
                  <a:pt x="26719" y="49900"/>
                  <a:pt x="26719" y="32885"/>
                </a:cubicBezTo>
                <a:cubicBezTo>
                  <a:pt x="26719" y="15869"/>
                  <a:pt x="40533" y="2055"/>
                  <a:pt x="57548" y="2055"/>
                </a:cubicBezTo>
                <a:cubicBezTo>
                  <a:pt x="74563" y="2055"/>
                  <a:pt x="88378" y="15869"/>
                  <a:pt x="88378" y="32885"/>
                </a:cubicBezTo>
                <a:cubicBezTo>
                  <a:pt x="88378" y="49900"/>
                  <a:pt x="74563" y="63714"/>
                  <a:pt x="57548" y="63714"/>
                </a:cubicBezTo>
                <a:close/>
                <a:moveTo>
                  <a:pt x="49712" y="78101"/>
                </a:moveTo>
                <a:lnTo>
                  <a:pt x="65384" y="78101"/>
                </a:lnTo>
                <a:cubicBezTo>
                  <a:pt x="67876" y="78101"/>
                  <a:pt x="69880" y="80105"/>
                  <a:pt x="69880" y="82597"/>
                </a:cubicBezTo>
                <a:cubicBezTo>
                  <a:pt x="69880" y="83676"/>
                  <a:pt x="69495" y="84704"/>
                  <a:pt x="68801" y="85526"/>
                </a:cubicBezTo>
                <a:lnTo>
                  <a:pt x="61762" y="93747"/>
                </a:lnTo>
                <a:lnTo>
                  <a:pt x="69726" y="123318"/>
                </a:lnTo>
                <a:lnTo>
                  <a:pt x="69880" y="123318"/>
                </a:lnTo>
                <a:lnTo>
                  <a:pt x="78769" y="87735"/>
                </a:lnTo>
                <a:cubicBezTo>
                  <a:pt x="79334" y="85500"/>
                  <a:pt x="81621" y="84139"/>
                  <a:pt x="83779" y="84961"/>
                </a:cubicBezTo>
                <a:cubicBezTo>
                  <a:pt x="99682" y="91024"/>
                  <a:pt x="110986" y="106439"/>
                  <a:pt x="110986" y="124474"/>
                </a:cubicBezTo>
                <a:cubicBezTo>
                  <a:pt x="110986" y="128353"/>
                  <a:pt x="107826" y="131513"/>
                  <a:pt x="103946" y="131513"/>
                </a:cubicBezTo>
                <a:lnTo>
                  <a:pt x="11150" y="131539"/>
                </a:lnTo>
                <a:cubicBezTo>
                  <a:pt x="7271" y="131539"/>
                  <a:pt x="4111" y="128379"/>
                  <a:pt x="4111" y="124499"/>
                </a:cubicBezTo>
                <a:cubicBezTo>
                  <a:pt x="4111" y="106464"/>
                  <a:pt x="15415" y="91049"/>
                  <a:pt x="31318" y="84986"/>
                </a:cubicBezTo>
                <a:cubicBezTo>
                  <a:pt x="33476" y="84164"/>
                  <a:pt x="35762" y="85526"/>
                  <a:pt x="36327" y="87761"/>
                </a:cubicBezTo>
                <a:lnTo>
                  <a:pt x="45216" y="123343"/>
                </a:lnTo>
                <a:lnTo>
                  <a:pt x="45371" y="123343"/>
                </a:lnTo>
                <a:lnTo>
                  <a:pt x="53335" y="93773"/>
                </a:lnTo>
                <a:lnTo>
                  <a:pt x="46295" y="85552"/>
                </a:lnTo>
                <a:cubicBezTo>
                  <a:pt x="45602" y="84729"/>
                  <a:pt x="45216" y="83702"/>
                  <a:pt x="45216" y="82623"/>
                </a:cubicBezTo>
                <a:cubicBezTo>
                  <a:pt x="45216" y="80131"/>
                  <a:pt x="47220" y="78127"/>
                  <a:pt x="49712" y="7812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1068753" y="3798182"/>
            <a:ext cx="945435" cy="197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EHS Verimliliği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68753" y="3995490"/>
            <a:ext cx="937214" cy="164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Otomasyon etkisi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65013" y="3831067"/>
            <a:ext cx="756348" cy="295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42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+40%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1252" y="4225683"/>
            <a:ext cx="5113570" cy="164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EHS ekiplerinin verimliliğinde artış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32958" y="4838160"/>
            <a:ext cx="5672610" cy="2014187"/>
          </a:xfrm>
          <a:custGeom>
            <a:avLst/>
            <a:gdLst/>
            <a:ahLst/>
            <a:cxnLst/>
            <a:rect l="l" t="t" r="r" b="b"/>
            <a:pathLst>
              <a:path w="5672610" h="2014187">
                <a:moveTo>
                  <a:pt x="98655" y="0"/>
                </a:moveTo>
                <a:lnTo>
                  <a:pt x="5573955" y="0"/>
                </a:lnTo>
                <a:cubicBezTo>
                  <a:pt x="5628440" y="0"/>
                  <a:pt x="5672610" y="44169"/>
                  <a:pt x="5672610" y="98655"/>
                </a:cubicBezTo>
                <a:lnTo>
                  <a:pt x="5672610" y="1915533"/>
                </a:lnTo>
                <a:cubicBezTo>
                  <a:pt x="5672610" y="1970018"/>
                  <a:pt x="5628440" y="2014187"/>
                  <a:pt x="5573955" y="2014187"/>
                </a:cubicBezTo>
                <a:lnTo>
                  <a:pt x="98655" y="2014187"/>
                </a:lnTo>
                <a:cubicBezTo>
                  <a:pt x="44169" y="2014187"/>
                  <a:pt x="0" y="1970018"/>
                  <a:pt x="0" y="1915533"/>
                </a:cubicBezTo>
                <a:lnTo>
                  <a:pt x="0" y="98655"/>
                </a:lnTo>
                <a:cubicBezTo>
                  <a:pt x="0" y="44206"/>
                  <a:pt x="44206" y="0"/>
                  <a:pt x="98655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160" y="5014916"/>
            <a:ext cx="147981" cy="147981"/>
          </a:xfrm>
          <a:custGeom>
            <a:avLst/>
            <a:gdLst/>
            <a:ahLst/>
            <a:cxnLst/>
            <a:rect l="l" t="t" r="r" b="b"/>
            <a:pathLst>
              <a:path w="147981" h="147981">
                <a:moveTo>
                  <a:pt x="73991" y="0"/>
                </a:moveTo>
                <a:cubicBezTo>
                  <a:pt x="75320" y="0"/>
                  <a:pt x="76650" y="289"/>
                  <a:pt x="77864" y="838"/>
                </a:cubicBezTo>
                <a:lnTo>
                  <a:pt x="132316" y="23931"/>
                </a:lnTo>
                <a:cubicBezTo>
                  <a:pt x="138674" y="26619"/>
                  <a:pt x="143415" y="32891"/>
                  <a:pt x="143386" y="40464"/>
                </a:cubicBezTo>
                <a:cubicBezTo>
                  <a:pt x="143241" y="69135"/>
                  <a:pt x="131449" y="121593"/>
                  <a:pt x="81650" y="145438"/>
                </a:cubicBezTo>
                <a:cubicBezTo>
                  <a:pt x="76823" y="147750"/>
                  <a:pt x="71216" y="147750"/>
                  <a:pt x="66389" y="145438"/>
                </a:cubicBezTo>
                <a:cubicBezTo>
                  <a:pt x="16561" y="121593"/>
                  <a:pt x="4798" y="69135"/>
                  <a:pt x="4653" y="40464"/>
                </a:cubicBezTo>
                <a:cubicBezTo>
                  <a:pt x="4624" y="32891"/>
                  <a:pt x="9364" y="26619"/>
                  <a:pt x="15723" y="23931"/>
                </a:cubicBezTo>
                <a:lnTo>
                  <a:pt x="70147" y="838"/>
                </a:lnTo>
                <a:cubicBezTo>
                  <a:pt x="71360" y="289"/>
                  <a:pt x="72661" y="0"/>
                  <a:pt x="73991" y="0"/>
                </a:cubicBezTo>
                <a:close/>
                <a:moveTo>
                  <a:pt x="73991" y="19307"/>
                </a:moveTo>
                <a:lnTo>
                  <a:pt x="73991" y="128588"/>
                </a:lnTo>
                <a:cubicBezTo>
                  <a:pt x="113876" y="109281"/>
                  <a:pt x="124599" y="66505"/>
                  <a:pt x="124859" y="40897"/>
                </a:cubicBezTo>
                <a:lnTo>
                  <a:pt x="73991" y="19336"/>
                </a:lnTo>
                <a:lnTo>
                  <a:pt x="73991" y="19336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32" name="Text 30"/>
          <p:cNvSpPr/>
          <p:nvPr/>
        </p:nvSpPr>
        <p:spPr>
          <a:xfrm>
            <a:off x="657694" y="4973810"/>
            <a:ext cx="5286214" cy="230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Operasyonel Faydalar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72717" y="5306767"/>
            <a:ext cx="2663660" cy="665915"/>
          </a:xfrm>
          <a:custGeom>
            <a:avLst/>
            <a:gdLst/>
            <a:ahLst/>
            <a:cxnLst/>
            <a:rect l="l" t="t" r="r" b="b"/>
            <a:pathLst>
              <a:path w="2663660" h="665915">
                <a:moveTo>
                  <a:pt x="65772" y="0"/>
                </a:moveTo>
                <a:lnTo>
                  <a:pt x="2597888" y="0"/>
                </a:lnTo>
                <a:cubicBezTo>
                  <a:pt x="2634213" y="0"/>
                  <a:pt x="2663660" y="29447"/>
                  <a:pt x="2663660" y="65772"/>
                </a:cubicBezTo>
                <a:lnTo>
                  <a:pt x="2663660" y="600143"/>
                </a:lnTo>
                <a:cubicBezTo>
                  <a:pt x="2663660" y="636468"/>
                  <a:pt x="2634213" y="665915"/>
                  <a:pt x="2597888" y="665915"/>
                </a:cubicBezTo>
                <a:lnTo>
                  <a:pt x="65772" y="665915"/>
                </a:lnTo>
                <a:cubicBezTo>
                  <a:pt x="29447" y="665915"/>
                  <a:pt x="0" y="636468"/>
                  <a:pt x="0" y="600143"/>
                </a:cubicBezTo>
                <a:lnTo>
                  <a:pt x="0" y="65772"/>
                </a:lnTo>
                <a:cubicBezTo>
                  <a:pt x="0" y="29447"/>
                  <a:pt x="29447" y="0"/>
                  <a:pt x="65772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5482" y="5409532"/>
            <a:ext cx="2556785" cy="263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4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-83%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75482" y="5705494"/>
            <a:ext cx="2515679" cy="164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İhlal Raporu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207542" y="5306767"/>
            <a:ext cx="2663660" cy="665915"/>
          </a:xfrm>
          <a:custGeom>
            <a:avLst/>
            <a:gdLst/>
            <a:ahLst/>
            <a:cxnLst/>
            <a:rect l="l" t="t" r="r" b="b"/>
            <a:pathLst>
              <a:path w="2663660" h="665915">
                <a:moveTo>
                  <a:pt x="65772" y="0"/>
                </a:moveTo>
                <a:lnTo>
                  <a:pt x="2597888" y="0"/>
                </a:lnTo>
                <a:cubicBezTo>
                  <a:pt x="2634213" y="0"/>
                  <a:pt x="2663660" y="29447"/>
                  <a:pt x="2663660" y="65772"/>
                </a:cubicBezTo>
                <a:lnTo>
                  <a:pt x="2663660" y="600143"/>
                </a:lnTo>
                <a:cubicBezTo>
                  <a:pt x="2663660" y="636468"/>
                  <a:pt x="2634213" y="665915"/>
                  <a:pt x="2597888" y="665915"/>
                </a:cubicBezTo>
                <a:lnTo>
                  <a:pt x="65772" y="665915"/>
                </a:lnTo>
                <a:cubicBezTo>
                  <a:pt x="29447" y="665915"/>
                  <a:pt x="0" y="636468"/>
                  <a:pt x="0" y="600143"/>
                </a:cubicBezTo>
                <a:lnTo>
                  <a:pt x="0" y="65772"/>
                </a:lnTo>
                <a:cubicBezTo>
                  <a:pt x="0" y="29447"/>
                  <a:pt x="29447" y="0"/>
                  <a:pt x="65772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10307" y="5409532"/>
            <a:ext cx="2556785" cy="263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4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+30%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310307" y="5705494"/>
            <a:ext cx="2515679" cy="164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Kaza Azalması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72717" y="6046673"/>
            <a:ext cx="2663660" cy="665915"/>
          </a:xfrm>
          <a:custGeom>
            <a:avLst/>
            <a:gdLst/>
            <a:ahLst/>
            <a:cxnLst/>
            <a:rect l="l" t="t" r="r" b="b"/>
            <a:pathLst>
              <a:path w="2663660" h="665915">
                <a:moveTo>
                  <a:pt x="65772" y="0"/>
                </a:moveTo>
                <a:lnTo>
                  <a:pt x="2597888" y="0"/>
                </a:lnTo>
                <a:cubicBezTo>
                  <a:pt x="2634213" y="0"/>
                  <a:pt x="2663660" y="29447"/>
                  <a:pt x="2663660" y="65772"/>
                </a:cubicBezTo>
                <a:lnTo>
                  <a:pt x="2663660" y="600143"/>
                </a:lnTo>
                <a:cubicBezTo>
                  <a:pt x="2663660" y="636468"/>
                  <a:pt x="2634213" y="665915"/>
                  <a:pt x="2597888" y="665915"/>
                </a:cubicBezTo>
                <a:lnTo>
                  <a:pt x="65772" y="665915"/>
                </a:lnTo>
                <a:cubicBezTo>
                  <a:pt x="29447" y="665915"/>
                  <a:pt x="0" y="636468"/>
                  <a:pt x="0" y="600143"/>
                </a:cubicBezTo>
                <a:lnTo>
                  <a:pt x="0" y="65772"/>
                </a:lnTo>
                <a:cubicBezTo>
                  <a:pt x="0" y="29447"/>
                  <a:pt x="29447" y="0"/>
                  <a:pt x="65772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5482" y="6149438"/>
            <a:ext cx="2556785" cy="263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4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-50%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75482" y="6445400"/>
            <a:ext cx="2515679" cy="164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Yanıt Süresi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207542" y="6046673"/>
            <a:ext cx="2663660" cy="665915"/>
          </a:xfrm>
          <a:custGeom>
            <a:avLst/>
            <a:gdLst/>
            <a:ahLst/>
            <a:cxnLst/>
            <a:rect l="l" t="t" r="r" b="b"/>
            <a:pathLst>
              <a:path w="2663660" h="665915">
                <a:moveTo>
                  <a:pt x="65772" y="0"/>
                </a:moveTo>
                <a:lnTo>
                  <a:pt x="2597888" y="0"/>
                </a:lnTo>
                <a:cubicBezTo>
                  <a:pt x="2634213" y="0"/>
                  <a:pt x="2663660" y="29447"/>
                  <a:pt x="2663660" y="65772"/>
                </a:cubicBezTo>
                <a:lnTo>
                  <a:pt x="2663660" y="600143"/>
                </a:lnTo>
                <a:cubicBezTo>
                  <a:pt x="2663660" y="636468"/>
                  <a:pt x="2634213" y="665915"/>
                  <a:pt x="2597888" y="665915"/>
                </a:cubicBezTo>
                <a:lnTo>
                  <a:pt x="65772" y="665915"/>
                </a:lnTo>
                <a:cubicBezTo>
                  <a:pt x="29447" y="665915"/>
                  <a:pt x="0" y="636468"/>
                  <a:pt x="0" y="600143"/>
                </a:cubicBezTo>
                <a:lnTo>
                  <a:pt x="0" y="65772"/>
                </a:lnTo>
                <a:cubicBezTo>
                  <a:pt x="0" y="29447"/>
                  <a:pt x="29447" y="0"/>
                  <a:pt x="65772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10307" y="6149438"/>
            <a:ext cx="2556785" cy="263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4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310307" y="6445400"/>
            <a:ext cx="2515679" cy="164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Denetim Uyumu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80909" y="1187960"/>
            <a:ext cx="5672610" cy="2762314"/>
          </a:xfrm>
          <a:custGeom>
            <a:avLst/>
            <a:gdLst/>
            <a:ahLst/>
            <a:cxnLst/>
            <a:rect l="l" t="t" r="r" b="b"/>
            <a:pathLst>
              <a:path w="5672610" h="2762314">
                <a:moveTo>
                  <a:pt x="98642" y="0"/>
                </a:moveTo>
                <a:lnTo>
                  <a:pt x="5573967" y="0"/>
                </a:lnTo>
                <a:cubicBezTo>
                  <a:pt x="5628446" y="0"/>
                  <a:pt x="5672610" y="44164"/>
                  <a:pt x="5672610" y="98642"/>
                </a:cubicBezTo>
                <a:lnTo>
                  <a:pt x="5672610" y="2663672"/>
                </a:lnTo>
                <a:cubicBezTo>
                  <a:pt x="5672610" y="2718151"/>
                  <a:pt x="5628446" y="2762314"/>
                  <a:pt x="5573967" y="2762314"/>
                </a:cubicBezTo>
                <a:lnTo>
                  <a:pt x="98642" y="2762314"/>
                </a:lnTo>
                <a:cubicBezTo>
                  <a:pt x="44164" y="2762314"/>
                  <a:pt x="0" y="2718151"/>
                  <a:pt x="0" y="2663672"/>
                </a:cubicBezTo>
                <a:lnTo>
                  <a:pt x="0" y="98642"/>
                </a:lnTo>
                <a:cubicBezTo>
                  <a:pt x="0" y="44200"/>
                  <a:pt x="44200" y="0"/>
                  <a:pt x="98642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>
                  <a:alpha val="20000"/>
                </a:srgbClr>
              </a:gs>
              <a:gs pos="100000">
                <a:srgbClr val="22D3EE">
                  <a:alpha val="20000"/>
                </a:srgbClr>
              </a:gs>
            </a:gsLst>
            <a:lin ang="2700000" scaled="1"/>
          </a:gra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8337" y="1356494"/>
            <a:ext cx="5417753" cy="230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9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Yıllık Maliyet Tasarrufu Projeksiyonu</a:t>
            </a:r>
            <a:endParaRPr lang="en-US" sz="1600" dirty="0"/>
          </a:p>
        </p:txBody>
      </p:sp>
      <p:pic>
        <p:nvPicPr>
          <p:cNvPr id="47" name="Image 0" descr="https://kimi-img.moonshot.cn/pub/slides/26-03-03-03:26:00-d6iu8i6mu6s5osmehk8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49443" y="1718225"/>
            <a:ext cx="4505203" cy="2063514"/>
          </a:xfrm>
          <a:prstGeom prst="roundRect">
            <a:avLst>
              <a:gd name="adj" fmla="val 0"/>
            </a:avLst>
          </a:prstGeom>
        </p:spPr>
      </p:pic>
      <p:sp>
        <p:nvSpPr>
          <p:cNvPr id="48" name="Shape 45"/>
          <p:cNvSpPr/>
          <p:nvPr/>
        </p:nvSpPr>
        <p:spPr>
          <a:xfrm>
            <a:off x="6180909" y="4090034"/>
            <a:ext cx="5672610" cy="1792216"/>
          </a:xfrm>
          <a:custGeom>
            <a:avLst/>
            <a:gdLst/>
            <a:ahLst/>
            <a:cxnLst/>
            <a:rect l="l" t="t" r="r" b="b"/>
            <a:pathLst>
              <a:path w="5672610" h="1792216">
                <a:moveTo>
                  <a:pt x="98661" y="0"/>
                </a:moveTo>
                <a:lnTo>
                  <a:pt x="5573948" y="0"/>
                </a:lnTo>
                <a:cubicBezTo>
                  <a:pt x="5628437" y="0"/>
                  <a:pt x="5672610" y="44172"/>
                  <a:pt x="5672610" y="98661"/>
                </a:cubicBezTo>
                <a:lnTo>
                  <a:pt x="5672610" y="1693554"/>
                </a:lnTo>
                <a:cubicBezTo>
                  <a:pt x="5672610" y="1748044"/>
                  <a:pt x="5628437" y="1792216"/>
                  <a:pt x="5573948" y="1792216"/>
                </a:cubicBezTo>
                <a:lnTo>
                  <a:pt x="98661" y="1792216"/>
                </a:lnTo>
                <a:cubicBezTo>
                  <a:pt x="44172" y="1792216"/>
                  <a:pt x="0" y="1748044"/>
                  <a:pt x="0" y="1693554"/>
                </a:cubicBezTo>
                <a:lnTo>
                  <a:pt x="0" y="98661"/>
                </a:lnTo>
                <a:cubicBezTo>
                  <a:pt x="0" y="44209"/>
                  <a:pt x="44209" y="0"/>
                  <a:pt x="98661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316559" y="4225683"/>
            <a:ext cx="5475301" cy="230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Yatırım Geri Dönüşü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6316559" y="4570972"/>
            <a:ext cx="1093416" cy="197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Başlangıç Yatırımı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10819706" y="4554530"/>
            <a:ext cx="978320" cy="230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$50K - $150K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6316559" y="4850492"/>
            <a:ext cx="5401311" cy="65769"/>
          </a:xfrm>
          <a:custGeom>
            <a:avLst/>
            <a:gdLst/>
            <a:ahLst/>
            <a:cxnLst/>
            <a:rect l="l" t="t" r="r" b="b"/>
            <a:pathLst>
              <a:path w="5401311" h="65769">
                <a:moveTo>
                  <a:pt x="32885" y="0"/>
                </a:moveTo>
                <a:lnTo>
                  <a:pt x="5368426" y="0"/>
                </a:lnTo>
                <a:cubicBezTo>
                  <a:pt x="5386588" y="0"/>
                  <a:pt x="5401311" y="14723"/>
                  <a:pt x="5401311" y="32885"/>
                </a:cubicBezTo>
                <a:lnTo>
                  <a:pt x="5401311" y="32885"/>
                </a:lnTo>
                <a:cubicBezTo>
                  <a:pt x="5401311" y="51046"/>
                  <a:pt x="5386588" y="65769"/>
                  <a:pt x="5368426" y="65769"/>
                </a:cubicBezTo>
                <a:lnTo>
                  <a:pt x="32885" y="65769"/>
                </a:lnTo>
                <a:cubicBezTo>
                  <a:pt x="14735" y="65769"/>
                  <a:pt x="0" y="51034"/>
                  <a:pt x="0" y="32885"/>
                </a:cubicBezTo>
                <a:lnTo>
                  <a:pt x="0" y="32885"/>
                </a:lnTo>
                <a:cubicBezTo>
                  <a:pt x="0" y="14735"/>
                  <a:pt x="14735" y="0"/>
                  <a:pt x="32885" y="0"/>
                </a:cubicBez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53" name="Shape 50"/>
          <p:cNvSpPr/>
          <p:nvPr/>
        </p:nvSpPr>
        <p:spPr>
          <a:xfrm>
            <a:off x="6316559" y="4850492"/>
            <a:ext cx="1619571" cy="65769"/>
          </a:xfrm>
          <a:custGeom>
            <a:avLst/>
            <a:gdLst/>
            <a:ahLst/>
            <a:cxnLst/>
            <a:rect l="l" t="t" r="r" b="b"/>
            <a:pathLst>
              <a:path w="1619571" h="65769">
                <a:moveTo>
                  <a:pt x="32885" y="0"/>
                </a:moveTo>
                <a:lnTo>
                  <a:pt x="1586686" y="0"/>
                </a:lnTo>
                <a:cubicBezTo>
                  <a:pt x="1604848" y="0"/>
                  <a:pt x="1619571" y="14723"/>
                  <a:pt x="1619571" y="32885"/>
                </a:cubicBezTo>
                <a:lnTo>
                  <a:pt x="1619571" y="32885"/>
                </a:lnTo>
                <a:cubicBezTo>
                  <a:pt x="1619571" y="51046"/>
                  <a:pt x="1604848" y="65769"/>
                  <a:pt x="1586686" y="65769"/>
                </a:cubicBezTo>
                <a:lnTo>
                  <a:pt x="32885" y="65769"/>
                </a:lnTo>
                <a:cubicBezTo>
                  <a:pt x="14735" y="65769"/>
                  <a:pt x="0" y="51034"/>
                  <a:pt x="0" y="32885"/>
                </a:cubicBezTo>
                <a:lnTo>
                  <a:pt x="0" y="32885"/>
                </a:lnTo>
                <a:cubicBezTo>
                  <a:pt x="0" y="14735"/>
                  <a:pt x="14735" y="0"/>
                  <a:pt x="32885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/>
              </a:gs>
              <a:gs pos="100000">
                <a:srgbClr val="22D3EE"/>
              </a:gs>
            </a:gsLst>
            <a:lin ang="0" scaled="1"/>
          </a:gradFill>
          <a:ln/>
        </p:spPr>
      </p:sp>
      <p:sp>
        <p:nvSpPr>
          <p:cNvPr id="54" name="Text 51"/>
          <p:cNvSpPr/>
          <p:nvPr/>
        </p:nvSpPr>
        <p:spPr>
          <a:xfrm>
            <a:off x="6316559" y="4998473"/>
            <a:ext cx="855002" cy="197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Yıllık Tasarruf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10689324" y="4982031"/>
            <a:ext cx="1101637" cy="230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$200K - $500K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6316559" y="5277993"/>
            <a:ext cx="5401311" cy="65769"/>
          </a:xfrm>
          <a:custGeom>
            <a:avLst/>
            <a:gdLst/>
            <a:ahLst/>
            <a:cxnLst/>
            <a:rect l="l" t="t" r="r" b="b"/>
            <a:pathLst>
              <a:path w="5401311" h="65769">
                <a:moveTo>
                  <a:pt x="32885" y="0"/>
                </a:moveTo>
                <a:lnTo>
                  <a:pt x="5368426" y="0"/>
                </a:lnTo>
                <a:cubicBezTo>
                  <a:pt x="5386588" y="0"/>
                  <a:pt x="5401311" y="14723"/>
                  <a:pt x="5401311" y="32885"/>
                </a:cubicBezTo>
                <a:lnTo>
                  <a:pt x="5401311" y="32885"/>
                </a:lnTo>
                <a:cubicBezTo>
                  <a:pt x="5401311" y="51046"/>
                  <a:pt x="5386588" y="65769"/>
                  <a:pt x="5368426" y="65769"/>
                </a:cubicBezTo>
                <a:lnTo>
                  <a:pt x="32885" y="65769"/>
                </a:lnTo>
                <a:cubicBezTo>
                  <a:pt x="14735" y="65769"/>
                  <a:pt x="0" y="51034"/>
                  <a:pt x="0" y="32885"/>
                </a:cubicBezTo>
                <a:lnTo>
                  <a:pt x="0" y="32885"/>
                </a:lnTo>
                <a:cubicBezTo>
                  <a:pt x="0" y="14735"/>
                  <a:pt x="14735" y="0"/>
                  <a:pt x="32885" y="0"/>
                </a:cubicBez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57" name="Shape 54"/>
          <p:cNvSpPr/>
          <p:nvPr/>
        </p:nvSpPr>
        <p:spPr>
          <a:xfrm>
            <a:off x="6316559" y="5277993"/>
            <a:ext cx="4324337" cy="65769"/>
          </a:xfrm>
          <a:custGeom>
            <a:avLst/>
            <a:gdLst/>
            <a:ahLst/>
            <a:cxnLst/>
            <a:rect l="l" t="t" r="r" b="b"/>
            <a:pathLst>
              <a:path w="4324337" h="65769">
                <a:moveTo>
                  <a:pt x="32885" y="0"/>
                </a:moveTo>
                <a:lnTo>
                  <a:pt x="4291452" y="0"/>
                </a:lnTo>
                <a:cubicBezTo>
                  <a:pt x="4309614" y="0"/>
                  <a:pt x="4324337" y="14723"/>
                  <a:pt x="4324337" y="32885"/>
                </a:cubicBezTo>
                <a:lnTo>
                  <a:pt x="4324337" y="32885"/>
                </a:lnTo>
                <a:cubicBezTo>
                  <a:pt x="4324337" y="51046"/>
                  <a:pt x="4309614" y="65769"/>
                  <a:pt x="4291452" y="65769"/>
                </a:cubicBezTo>
                <a:lnTo>
                  <a:pt x="32885" y="65769"/>
                </a:lnTo>
                <a:cubicBezTo>
                  <a:pt x="14735" y="65769"/>
                  <a:pt x="0" y="51034"/>
                  <a:pt x="0" y="32885"/>
                </a:cubicBezTo>
                <a:lnTo>
                  <a:pt x="0" y="32885"/>
                </a:lnTo>
                <a:cubicBezTo>
                  <a:pt x="0" y="14735"/>
                  <a:pt x="14735" y="0"/>
                  <a:pt x="32885" y="0"/>
                </a:cubicBezTo>
                <a:close/>
              </a:path>
            </a:pathLst>
          </a:custGeom>
          <a:gradFill rotWithShape="1" flip="none">
            <a:gsLst>
              <a:gs pos="0">
                <a:srgbClr val="22D3EE"/>
              </a:gs>
              <a:gs pos="100000">
                <a:srgbClr val="6366F1"/>
              </a:gs>
            </a:gsLst>
            <a:lin ang="0" scaled="1"/>
          </a:gradFill>
          <a:ln/>
        </p:spPr>
      </p:sp>
      <p:sp>
        <p:nvSpPr>
          <p:cNvPr id="58" name="Shape 55"/>
          <p:cNvSpPr/>
          <p:nvPr/>
        </p:nvSpPr>
        <p:spPr>
          <a:xfrm>
            <a:off x="6316559" y="5413643"/>
            <a:ext cx="5401311" cy="8221"/>
          </a:xfrm>
          <a:custGeom>
            <a:avLst/>
            <a:gdLst/>
            <a:ahLst/>
            <a:cxnLst/>
            <a:rect l="l" t="t" r="r" b="b"/>
            <a:pathLst>
              <a:path w="5401311" h="8221">
                <a:moveTo>
                  <a:pt x="0" y="0"/>
                </a:moveTo>
                <a:lnTo>
                  <a:pt x="5401311" y="0"/>
                </a:lnTo>
                <a:lnTo>
                  <a:pt x="5401311" y="8221"/>
                </a:lnTo>
                <a:lnTo>
                  <a:pt x="0" y="8221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59" name="Text 56"/>
          <p:cNvSpPr/>
          <p:nvPr/>
        </p:nvSpPr>
        <p:spPr>
          <a:xfrm>
            <a:off x="6316559" y="5516407"/>
            <a:ext cx="665915" cy="197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ROI Süresi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11133652" y="5483523"/>
            <a:ext cx="682357" cy="263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4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3-6 Ay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6180909" y="6022009"/>
            <a:ext cx="5672610" cy="830339"/>
          </a:xfrm>
          <a:custGeom>
            <a:avLst/>
            <a:gdLst/>
            <a:ahLst/>
            <a:cxnLst/>
            <a:rect l="l" t="t" r="r" b="b"/>
            <a:pathLst>
              <a:path w="5672610" h="830339">
                <a:moveTo>
                  <a:pt x="98653" y="0"/>
                </a:moveTo>
                <a:lnTo>
                  <a:pt x="5573957" y="0"/>
                </a:lnTo>
                <a:cubicBezTo>
                  <a:pt x="5628441" y="0"/>
                  <a:pt x="5672610" y="44168"/>
                  <a:pt x="5672610" y="98653"/>
                </a:cubicBezTo>
                <a:lnTo>
                  <a:pt x="5672610" y="731686"/>
                </a:lnTo>
                <a:cubicBezTo>
                  <a:pt x="5672610" y="786170"/>
                  <a:pt x="5628441" y="830339"/>
                  <a:pt x="5573957" y="830339"/>
                </a:cubicBezTo>
                <a:lnTo>
                  <a:pt x="98653" y="830339"/>
                </a:lnTo>
                <a:cubicBezTo>
                  <a:pt x="44168" y="830339"/>
                  <a:pt x="0" y="786170"/>
                  <a:pt x="0" y="731686"/>
                </a:cubicBezTo>
                <a:lnTo>
                  <a:pt x="0" y="98653"/>
                </a:lnTo>
                <a:cubicBezTo>
                  <a:pt x="0" y="44205"/>
                  <a:pt x="44205" y="0"/>
                  <a:pt x="98653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316559" y="6157659"/>
            <a:ext cx="5467080" cy="197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Yasal Uyumluluk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6879067" y="6420736"/>
            <a:ext cx="591924" cy="164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6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ISO 45001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6883177" y="6585160"/>
            <a:ext cx="583703" cy="131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7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İş Güvenliği</a:t>
            </a:r>
            <a:endParaRPr lang="en-US" sz="1600" dirty="0"/>
          </a:p>
        </p:txBody>
      </p:sp>
      <p:sp>
        <p:nvSpPr>
          <p:cNvPr id="65" name="Text 62"/>
          <p:cNvSpPr/>
          <p:nvPr/>
        </p:nvSpPr>
        <p:spPr>
          <a:xfrm>
            <a:off x="8596264" y="6420736"/>
            <a:ext cx="781011" cy="164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6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OSHA</a:t>
            </a:r>
            <a:endParaRPr lang="en-US" sz="1600" dirty="0"/>
          </a:p>
        </p:txBody>
      </p:sp>
      <p:sp>
        <p:nvSpPr>
          <p:cNvPr id="66" name="Text 63"/>
          <p:cNvSpPr/>
          <p:nvPr/>
        </p:nvSpPr>
        <p:spPr>
          <a:xfrm>
            <a:off x="8600375" y="6585160"/>
            <a:ext cx="772790" cy="131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7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ABD Standartları</a:t>
            </a:r>
            <a:endParaRPr lang="en-US" sz="1600" dirty="0"/>
          </a:p>
        </p:txBody>
      </p:sp>
      <p:sp>
        <p:nvSpPr>
          <p:cNvPr id="67" name="Text 64"/>
          <p:cNvSpPr/>
          <p:nvPr/>
        </p:nvSpPr>
        <p:spPr>
          <a:xfrm>
            <a:off x="10498824" y="6420736"/>
            <a:ext cx="657694" cy="164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6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GDPR</a:t>
            </a:r>
            <a:endParaRPr lang="en-US" sz="1600" dirty="0"/>
          </a:p>
        </p:txBody>
      </p:sp>
      <p:sp>
        <p:nvSpPr>
          <p:cNvPr id="68" name="Text 65"/>
          <p:cNvSpPr/>
          <p:nvPr/>
        </p:nvSpPr>
        <p:spPr>
          <a:xfrm>
            <a:off x="10502934" y="6585160"/>
            <a:ext cx="649473" cy="131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7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Veri Güvenliği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6425"/>
          </a:xfrm>
          <a:custGeom>
            <a:avLst/>
            <a:gdLst/>
            <a:ahLst/>
            <a:cxnLst/>
            <a:rect l="l" t="t" r="r" b="b"/>
            <a:pathLst>
              <a:path w="12192000" h="6856425">
                <a:moveTo>
                  <a:pt x="0" y="0"/>
                </a:moveTo>
                <a:lnTo>
                  <a:pt x="12192000" y="0"/>
                </a:lnTo>
                <a:lnTo>
                  <a:pt x="12192000" y="6856425"/>
                </a:lnTo>
                <a:lnTo>
                  <a:pt x="0" y="6856425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6366F1">
                  <a:alpha val="3000"/>
                </a:srgbClr>
              </a:gs>
              <a:gs pos="20000">
                <a:srgbClr val="6366F1">
                  <a:alpha val="3000"/>
                </a:srgbClr>
              </a:gs>
              <a:gs pos="33333.333333333336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36099" y="336099"/>
            <a:ext cx="11587021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spc="106" kern="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VISION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6099" y="604979"/>
            <a:ext cx="11671046" cy="336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8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Sonuç ve Gelecek Vizyonu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6099" y="1041908"/>
            <a:ext cx="806638" cy="33610"/>
          </a:xfrm>
          <a:custGeom>
            <a:avLst/>
            <a:gdLst/>
            <a:ahLst/>
            <a:cxnLst/>
            <a:rect l="l" t="t" r="r" b="b"/>
            <a:pathLst>
              <a:path w="806638" h="33610">
                <a:moveTo>
                  <a:pt x="16805" y="0"/>
                </a:moveTo>
                <a:lnTo>
                  <a:pt x="789833" y="0"/>
                </a:lnTo>
                <a:cubicBezTo>
                  <a:pt x="799114" y="0"/>
                  <a:pt x="806638" y="7524"/>
                  <a:pt x="806638" y="16805"/>
                </a:cubicBezTo>
                <a:lnTo>
                  <a:pt x="806638" y="16805"/>
                </a:lnTo>
                <a:cubicBezTo>
                  <a:pt x="806638" y="26086"/>
                  <a:pt x="799114" y="33610"/>
                  <a:pt x="789833" y="33610"/>
                </a:cubicBezTo>
                <a:lnTo>
                  <a:pt x="16805" y="33610"/>
                </a:lnTo>
                <a:cubicBezTo>
                  <a:pt x="7524" y="33610"/>
                  <a:pt x="0" y="26086"/>
                  <a:pt x="0" y="16805"/>
                </a:cubicBezTo>
                <a:lnTo>
                  <a:pt x="0" y="16805"/>
                </a:lnTo>
                <a:cubicBezTo>
                  <a:pt x="0" y="7524"/>
                  <a:pt x="7524" y="0"/>
                  <a:pt x="16805" y="0"/>
                </a:cubicBezTo>
                <a:close/>
              </a:path>
            </a:pathLst>
          </a:custGeom>
          <a:gradFill rotWithShape="1" flip="none">
            <a:gsLst>
              <a:gs pos="0">
                <a:srgbClr val="22D3EE"/>
              </a:gs>
              <a:gs pos="100000">
                <a:srgbClr val="6366F1"/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40300" y="1214159"/>
            <a:ext cx="5663272" cy="2982881"/>
          </a:xfrm>
          <a:custGeom>
            <a:avLst/>
            <a:gdLst/>
            <a:ahLst/>
            <a:cxnLst/>
            <a:rect l="l" t="t" r="r" b="b"/>
            <a:pathLst>
              <a:path w="5663272" h="2982881">
                <a:moveTo>
                  <a:pt x="100821" y="0"/>
                </a:moveTo>
                <a:lnTo>
                  <a:pt x="5562451" y="0"/>
                </a:lnTo>
                <a:cubicBezTo>
                  <a:pt x="5618133" y="0"/>
                  <a:pt x="5663272" y="45139"/>
                  <a:pt x="5663272" y="100821"/>
                </a:cubicBezTo>
                <a:lnTo>
                  <a:pt x="5663272" y="2882059"/>
                </a:lnTo>
                <a:cubicBezTo>
                  <a:pt x="5663272" y="2937742"/>
                  <a:pt x="5618133" y="2982881"/>
                  <a:pt x="5562451" y="2982881"/>
                </a:cubicBezTo>
                <a:lnTo>
                  <a:pt x="100821" y="2982881"/>
                </a:lnTo>
                <a:cubicBezTo>
                  <a:pt x="45139" y="2982881"/>
                  <a:pt x="0" y="2937742"/>
                  <a:pt x="0" y="2882059"/>
                </a:cubicBezTo>
                <a:lnTo>
                  <a:pt x="0" y="100821"/>
                </a:lnTo>
                <a:cubicBezTo>
                  <a:pt x="0" y="45177"/>
                  <a:pt x="45177" y="0"/>
                  <a:pt x="100821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3558" y="1420019"/>
            <a:ext cx="168050" cy="168050"/>
          </a:xfrm>
          <a:custGeom>
            <a:avLst/>
            <a:gdLst/>
            <a:ahLst/>
            <a:cxnLst/>
            <a:rect l="l" t="t" r="r" b="b"/>
            <a:pathLst>
              <a:path w="168050" h="168050">
                <a:moveTo>
                  <a:pt x="147043" y="84025"/>
                </a:moveTo>
                <a:cubicBezTo>
                  <a:pt x="147043" y="49244"/>
                  <a:pt x="118806" y="21006"/>
                  <a:pt x="84025" y="21006"/>
                </a:cubicBezTo>
                <a:cubicBezTo>
                  <a:pt x="49244" y="21006"/>
                  <a:pt x="21006" y="49244"/>
                  <a:pt x="21006" y="84025"/>
                </a:cubicBezTo>
                <a:cubicBezTo>
                  <a:pt x="21006" y="118806"/>
                  <a:pt x="49244" y="147043"/>
                  <a:pt x="84025" y="147043"/>
                </a:cubicBezTo>
                <a:cubicBezTo>
                  <a:pt x="118806" y="147043"/>
                  <a:pt x="147043" y="118806"/>
                  <a:pt x="147043" y="84025"/>
                </a:cubicBezTo>
                <a:close/>
                <a:moveTo>
                  <a:pt x="0" y="84025"/>
                </a:moveTo>
                <a:cubicBezTo>
                  <a:pt x="0" y="37650"/>
                  <a:pt x="37650" y="0"/>
                  <a:pt x="84025" y="0"/>
                </a:cubicBezTo>
                <a:cubicBezTo>
                  <a:pt x="130399" y="0"/>
                  <a:pt x="168050" y="37650"/>
                  <a:pt x="168050" y="84025"/>
                </a:cubicBezTo>
                <a:cubicBezTo>
                  <a:pt x="168050" y="130399"/>
                  <a:pt x="130399" y="168050"/>
                  <a:pt x="84025" y="168050"/>
                </a:cubicBezTo>
                <a:cubicBezTo>
                  <a:pt x="37650" y="168050"/>
                  <a:pt x="0" y="130399"/>
                  <a:pt x="0" y="84025"/>
                </a:cubicBezTo>
                <a:close/>
                <a:moveTo>
                  <a:pt x="84025" y="110283"/>
                </a:moveTo>
                <a:cubicBezTo>
                  <a:pt x="98517" y="110283"/>
                  <a:pt x="110283" y="98517"/>
                  <a:pt x="110283" y="84025"/>
                </a:cubicBezTo>
                <a:cubicBezTo>
                  <a:pt x="110283" y="69533"/>
                  <a:pt x="98517" y="57767"/>
                  <a:pt x="84025" y="57767"/>
                </a:cubicBezTo>
                <a:cubicBezTo>
                  <a:pt x="69533" y="57767"/>
                  <a:pt x="57767" y="69533"/>
                  <a:pt x="57767" y="84025"/>
                </a:cubicBezTo>
                <a:cubicBezTo>
                  <a:pt x="57767" y="98517"/>
                  <a:pt x="69533" y="110283"/>
                  <a:pt x="84025" y="110283"/>
                </a:cubicBezTo>
                <a:close/>
                <a:moveTo>
                  <a:pt x="84025" y="36761"/>
                </a:moveTo>
                <a:cubicBezTo>
                  <a:pt x="110110" y="36761"/>
                  <a:pt x="131289" y="57939"/>
                  <a:pt x="131289" y="84025"/>
                </a:cubicBezTo>
                <a:cubicBezTo>
                  <a:pt x="131289" y="110110"/>
                  <a:pt x="110110" y="131289"/>
                  <a:pt x="84025" y="131289"/>
                </a:cubicBezTo>
                <a:cubicBezTo>
                  <a:pt x="57939" y="131289"/>
                  <a:pt x="36761" y="110110"/>
                  <a:pt x="36761" y="84025"/>
                </a:cubicBezTo>
                <a:cubicBezTo>
                  <a:pt x="36761" y="57939"/>
                  <a:pt x="57939" y="36761"/>
                  <a:pt x="84025" y="36761"/>
                </a:cubicBezTo>
                <a:close/>
                <a:moveTo>
                  <a:pt x="73522" y="84025"/>
                </a:moveTo>
                <a:cubicBezTo>
                  <a:pt x="73522" y="78228"/>
                  <a:pt x="78228" y="73522"/>
                  <a:pt x="84025" y="73522"/>
                </a:cubicBezTo>
                <a:cubicBezTo>
                  <a:pt x="89822" y="73522"/>
                  <a:pt x="94528" y="78228"/>
                  <a:pt x="94528" y="84025"/>
                </a:cubicBezTo>
                <a:cubicBezTo>
                  <a:pt x="94528" y="89822"/>
                  <a:pt x="89822" y="94528"/>
                  <a:pt x="84025" y="94528"/>
                </a:cubicBezTo>
                <a:cubicBezTo>
                  <a:pt x="78228" y="94528"/>
                  <a:pt x="73522" y="89822"/>
                  <a:pt x="73522" y="8402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722613" y="1386409"/>
            <a:ext cx="5192733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Stratejik Hedefler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6753" y="1760320"/>
            <a:ext cx="5310368" cy="680601"/>
          </a:xfrm>
          <a:custGeom>
            <a:avLst/>
            <a:gdLst/>
            <a:ahLst/>
            <a:cxnLst/>
            <a:rect l="l" t="t" r="r" b="b"/>
            <a:pathLst>
              <a:path w="5310368" h="680601">
                <a:moveTo>
                  <a:pt x="67223" y="0"/>
                </a:moveTo>
                <a:lnTo>
                  <a:pt x="5243145" y="0"/>
                </a:lnTo>
                <a:cubicBezTo>
                  <a:pt x="5280271" y="0"/>
                  <a:pt x="5310368" y="30097"/>
                  <a:pt x="5310368" y="67223"/>
                </a:cubicBezTo>
                <a:lnTo>
                  <a:pt x="5310368" y="613378"/>
                </a:lnTo>
                <a:cubicBezTo>
                  <a:pt x="5310368" y="650504"/>
                  <a:pt x="5280271" y="680601"/>
                  <a:pt x="5243145" y="680601"/>
                </a:cubicBezTo>
                <a:lnTo>
                  <a:pt x="67223" y="680601"/>
                </a:lnTo>
                <a:cubicBezTo>
                  <a:pt x="30097" y="680601"/>
                  <a:pt x="0" y="650504"/>
                  <a:pt x="0" y="613378"/>
                </a:cubicBezTo>
                <a:lnTo>
                  <a:pt x="0" y="67223"/>
                </a:lnTo>
                <a:cubicBezTo>
                  <a:pt x="0" y="30122"/>
                  <a:pt x="30122" y="0"/>
                  <a:pt x="67223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5394" y="1898961"/>
            <a:ext cx="336099" cy="336099"/>
          </a:xfrm>
          <a:custGeom>
            <a:avLst/>
            <a:gdLst/>
            <a:ahLst/>
            <a:cxnLst/>
            <a:rect l="l" t="t" r="r" b="b"/>
            <a:pathLst>
              <a:path w="336099" h="336099">
                <a:moveTo>
                  <a:pt x="67220" y="0"/>
                </a:moveTo>
                <a:lnTo>
                  <a:pt x="268879" y="0"/>
                </a:lnTo>
                <a:cubicBezTo>
                  <a:pt x="305979" y="0"/>
                  <a:pt x="336099" y="30120"/>
                  <a:pt x="336099" y="67220"/>
                </a:cubicBezTo>
                <a:lnTo>
                  <a:pt x="336099" y="268879"/>
                </a:lnTo>
                <a:cubicBezTo>
                  <a:pt x="336099" y="306004"/>
                  <a:pt x="306004" y="336099"/>
                  <a:pt x="268879" y="336099"/>
                </a:cubicBezTo>
                <a:lnTo>
                  <a:pt x="67220" y="336099"/>
                </a:lnTo>
                <a:cubicBezTo>
                  <a:pt x="30120" y="336099"/>
                  <a:pt x="0" y="305979"/>
                  <a:pt x="0" y="268879"/>
                </a:cubicBezTo>
                <a:lnTo>
                  <a:pt x="0" y="67220"/>
                </a:lnTo>
                <a:cubicBezTo>
                  <a:pt x="0" y="30095"/>
                  <a:pt x="30095" y="0"/>
                  <a:pt x="6722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56223" y="1999790"/>
            <a:ext cx="134440" cy="134440"/>
          </a:xfrm>
          <a:custGeom>
            <a:avLst/>
            <a:gdLst/>
            <a:ahLst/>
            <a:cxnLst/>
            <a:rect l="l" t="t" r="r" b="b"/>
            <a:pathLst>
              <a:path w="134440" h="134440">
                <a:moveTo>
                  <a:pt x="67220" y="0"/>
                </a:moveTo>
                <a:cubicBezTo>
                  <a:pt x="68428" y="0"/>
                  <a:pt x="69636" y="263"/>
                  <a:pt x="70738" y="761"/>
                </a:cubicBezTo>
                <a:lnTo>
                  <a:pt x="120208" y="21741"/>
                </a:lnTo>
                <a:cubicBezTo>
                  <a:pt x="125985" y="24183"/>
                  <a:pt x="130291" y="29881"/>
                  <a:pt x="130265" y="36761"/>
                </a:cubicBezTo>
                <a:cubicBezTo>
                  <a:pt x="130133" y="62809"/>
                  <a:pt x="119420" y="110466"/>
                  <a:pt x="74178" y="132129"/>
                </a:cubicBezTo>
                <a:cubicBezTo>
                  <a:pt x="69793" y="134230"/>
                  <a:pt x="64699" y="134230"/>
                  <a:pt x="60314" y="132129"/>
                </a:cubicBezTo>
                <a:cubicBezTo>
                  <a:pt x="15046" y="110466"/>
                  <a:pt x="4359" y="62809"/>
                  <a:pt x="4227" y="36761"/>
                </a:cubicBezTo>
                <a:cubicBezTo>
                  <a:pt x="4201" y="29881"/>
                  <a:pt x="8508" y="24183"/>
                  <a:pt x="14284" y="21741"/>
                </a:cubicBezTo>
                <a:lnTo>
                  <a:pt x="63728" y="761"/>
                </a:lnTo>
                <a:cubicBezTo>
                  <a:pt x="64830" y="263"/>
                  <a:pt x="66012" y="0"/>
                  <a:pt x="67220" y="0"/>
                </a:cubicBezTo>
                <a:close/>
                <a:moveTo>
                  <a:pt x="67220" y="17540"/>
                </a:moveTo>
                <a:lnTo>
                  <a:pt x="67220" y="116821"/>
                </a:lnTo>
                <a:cubicBezTo>
                  <a:pt x="103456" y="99281"/>
                  <a:pt x="113197" y="60419"/>
                  <a:pt x="113433" y="37155"/>
                </a:cubicBezTo>
                <a:lnTo>
                  <a:pt x="67220" y="17566"/>
                </a:lnTo>
                <a:lnTo>
                  <a:pt x="67220" y="17566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1092323" y="1898961"/>
            <a:ext cx="2041803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İş Kazalarını Minimize Etme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2323" y="2134230"/>
            <a:ext cx="2033400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Sıfır kaza vizyonu için otonom güvenlik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6753" y="2550153"/>
            <a:ext cx="5310368" cy="680601"/>
          </a:xfrm>
          <a:custGeom>
            <a:avLst/>
            <a:gdLst/>
            <a:ahLst/>
            <a:cxnLst/>
            <a:rect l="l" t="t" r="r" b="b"/>
            <a:pathLst>
              <a:path w="5310368" h="680601">
                <a:moveTo>
                  <a:pt x="67223" y="0"/>
                </a:moveTo>
                <a:lnTo>
                  <a:pt x="5243145" y="0"/>
                </a:lnTo>
                <a:cubicBezTo>
                  <a:pt x="5280271" y="0"/>
                  <a:pt x="5310368" y="30097"/>
                  <a:pt x="5310368" y="67223"/>
                </a:cubicBezTo>
                <a:lnTo>
                  <a:pt x="5310368" y="613378"/>
                </a:lnTo>
                <a:cubicBezTo>
                  <a:pt x="5310368" y="650504"/>
                  <a:pt x="5280271" y="680601"/>
                  <a:pt x="5243145" y="680601"/>
                </a:cubicBezTo>
                <a:lnTo>
                  <a:pt x="67223" y="680601"/>
                </a:lnTo>
                <a:cubicBezTo>
                  <a:pt x="30097" y="680601"/>
                  <a:pt x="0" y="650504"/>
                  <a:pt x="0" y="613378"/>
                </a:cubicBezTo>
                <a:lnTo>
                  <a:pt x="0" y="67223"/>
                </a:lnTo>
                <a:cubicBezTo>
                  <a:pt x="0" y="30122"/>
                  <a:pt x="30122" y="0"/>
                  <a:pt x="67223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5394" y="2688794"/>
            <a:ext cx="336099" cy="336099"/>
          </a:xfrm>
          <a:custGeom>
            <a:avLst/>
            <a:gdLst/>
            <a:ahLst/>
            <a:cxnLst/>
            <a:rect l="l" t="t" r="r" b="b"/>
            <a:pathLst>
              <a:path w="336099" h="336099">
                <a:moveTo>
                  <a:pt x="67220" y="0"/>
                </a:moveTo>
                <a:lnTo>
                  <a:pt x="268879" y="0"/>
                </a:lnTo>
                <a:cubicBezTo>
                  <a:pt x="305979" y="0"/>
                  <a:pt x="336099" y="30120"/>
                  <a:pt x="336099" y="67220"/>
                </a:cubicBezTo>
                <a:lnTo>
                  <a:pt x="336099" y="268879"/>
                </a:lnTo>
                <a:cubicBezTo>
                  <a:pt x="336099" y="306004"/>
                  <a:pt x="306004" y="336099"/>
                  <a:pt x="268879" y="336099"/>
                </a:cubicBezTo>
                <a:lnTo>
                  <a:pt x="67220" y="336099"/>
                </a:lnTo>
                <a:cubicBezTo>
                  <a:pt x="30120" y="336099"/>
                  <a:pt x="0" y="305979"/>
                  <a:pt x="0" y="268879"/>
                </a:cubicBezTo>
                <a:lnTo>
                  <a:pt x="0" y="67220"/>
                </a:lnTo>
                <a:cubicBezTo>
                  <a:pt x="0" y="30095"/>
                  <a:pt x="30095" y="0"/>
                  <a:pt x="67220" y="0"/>
                </a:cubicBezTo>
                <a:close/>
              </a:path>
            </a:pathLst>
          </a:custGeom>
          <a:solidFill>
            <a:srgbClr val="22D3EE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56223" y="2789624"/>
            <a:ext cx="134440" cy="134440"/>
          </a:xfrm>
          <a:custGeom>
            <a:avLst/>
            <a:gdLst/>
            <a:ahLst/>
            <a:cxnLst/>
            <a:rect l="l" t="t" r="r" b="b"/>
            <a:pathLst>
              <a:path w="134440" h="134440">
                <a:moveTo>
                  <a:pt x="67220" y="134440"/>
                </a:moveTo>
                <a:cubicBezTo>
                  <a:pt x="104319" y="134440"/>
                  <a:pt x="134440" y="104319"/>
                  <a:pt x="134440" y="67220"/>
                </a:cubicBezTo>
                <a:cubicBezTo>
                  <a:pt x="134440" y="30120"/>
                  <a:pt x="104319" y="0"/>
                  <a:pt x="67220" y="0"/>
                </a:cubicBezTo>
                <a:cubicBezTo>
                  <a:pt x="30120" y="0"/>
                  <a:pt x="0" y="30120"/>
                  <a:pt x="0" y="67220"/>
                </a:cubicBezTo>
                <a:cubicBezTo>
                  <a:pt x="0" y="104319"/>
                  <a:pt x="30120" y="134440"/>
                  <a:pt x="67220" y="134440"/>
                </a:cubicBezTo>
                <a:close/>
                <a:moveTo>
                  <a:pt x="89381" y="55850"/>
                </a:moveTo>
                <a:lnTo>
                  <a:pt x="68375" y="89460"/>
                </a:lnTo>
                <a:cubicBezTo>
                  <a:pt x="67272" y="91219"/>
                  <a:pt x="65382" y="92322"/>
                  <a:pt x="63307" y="92427"/>
                </a:cubicBezTo>
                <a:cubicBezTo>
                  <a:pt x="61233" y="92532"/>
                  <a:pt x="59237" y="91587"/>
                  <a:pt x="58003" y="89907"/>
                </a:cubicBezTo>
                <a:lnTo>
                  <a:pt x="45400" y="73102"/>
                </a:lnTo>
                <a:cubicBezTo>
                  <a:pt x="43299" y="70318"/>
                  <a:pt x="43877" y="66380"/>
                  <a:pt x="46660" y="64279"/>
                </a:cubicBezTo>
                <a:cubicBezTo>
                  <a:pt x="49443" y="62178"/>
                  <a:pt x="53382" y="62756"/>
                  <a:pt x="55483" y="65539"/>
                </a:cubicBezTo>
                <a:lnTo>
                  <a:pt x="62572" y="74992"/>
                </a:lnTo>
                <a:lnTo>
                  <a:pt x="78694" y="49181"/>
                </a:lnTo>
                <a:cubicBezTo>
                  <a:pt x="80533" y="46240"/>
                  <a:pt x="84419" y="45321"/>
                  <a:pt x="87386" y="47185"/>
                </a:cubicBezTo>
                <a:cubicBezTo>
                  <a:pt x="90353" y="49049"/>
                  <a:pt x="91246" y="52909"/>
                  <a:pt x="89381" y="55876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1092323" y="2688794"/>
            <a:ext cx="2487134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%100 İş Güvenliği Uyumluluğu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2323" y="2924063"/>
            <a:ext cx="2478732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Tüm güvenlik protokollerinin otomatik denetimi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6753" y="3339986"/>
            <a:ext cx="5310368" cy="680601"/>
          </a:xfrm>
          <a:custGeom>
            <a:avLst/>
            <a:gdLst/>
            <a:ahLst/>
            <a:cxnLst/>
            <a:rect l="l" t="t" r="r" b="b"/>
            <a:pathLst>
              <a:path w="5310368" h="680601">
                <a:moveTo>
                  <a:pt x="67223" y="0"/>
                </a:moveTo>
                <a:lnTo>
                  <a:pt x="5243145" y="0"/>
                </a:lnTo>
                <a:cubicBezTo>
                  <a:pt x="5280271" y="0"/>
                  <a:pt x="5310368" y="30097"/>
                  <a:pt x="5310368" y="67223"/>
                </a:cubicBezTo>
                <a:lnTo>
                  <a:pt x="5310368" y="613378"/>
                </a:lnTo>
                <a:cubicBezTo>
                  <a:pt x="5310368" y="650504"/>
                  <a:pt x="5280271" y="680601"/>
                  <a:pt x="5243145" y="680601"/>
                </a:cubicBezTo>
                <a:lnTo>
                  <a:pt x="67223" y="680601"/>
                </a:lnTo>
                <a:cubicBezTo>
                  <a:pt x="30097" y="680601"/>
                  <a:pt x="0" y="650504"/>
                  <a:pt x="0" y="613378"/>
                </a:cubicBezTo>
                <a:lnTo>
                  <a:pt x="0" y="67223"/>
                </a:lnTo>
                <a:cubicBezTo>
                  <a:pt x="0" y="30122"/>
                  <a:pt x="30122" y="0"/>
                  <a:pt x="67223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5394" y="3478627"/>
            <a:ext cx="336099" cy="336099"/>
          </a:xfrm>
          <a:custGeom>
            <a:avLst/>
            <a:gdLst/>
            <a:ahLst/>
            <a:cxnLst/>
            <a:rect l="l" t="t" r="r" b="b"/>
            <a:pathLst>
              <a:path w="336099" h="336099">
                <a:moveTo>
                  <a:pt x="67220" y="0"/>
                </a:moveTo>
                <a:lnTo>
                  <a:pt x="268879" y="0"/>
                </a:lnTo>
                <a:cubicBezTo>
                  <a:pt x="305979" y="0"/>
                  <a:pt x="336099" y="30120"/>
                  <a:pt x="336099" y="67220"/>
                </a:cubicBezTo>
                <a:lnTo>
                  <a:pt x="336099" y="268879"/>
                </a:lnTo>
                <a:cubicBezTo>
                  <a:pt x="336099" y="306004"/>
                  <a:pt x="306004" y="336099"/>
                  <a:pt x="268879" y="336099"/>
                </a:cubicBezTo>
                <a:lnTo>
                  <a:pt x="67220" y="336099"/>
                </a:lnTo>
                <a:cubicBezTo>
                  <a:pt x="30120" y="336099"/>
                  <a:pt x="0" y="305979"/>
                  <a:pt x="0" y="268879"/>
                </a:cubicBezTo>
                <a:lnTo>
                  <a:pt x="0" y="67220"/>
                </a:lnTo>
                <a:cubicBezTo>
                  <a:pt x="0" y="30095"/>
                  <a:pt x="30095" y="0"/>
                  <a:pt x="6722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39418" y="3579457"/>
            <a:ext cx="168050" cy="134440"/>
          </a:xfrm>
          <a:custGeom>
            <a:avLst/>
            <a:gdLst/>
            <a:ahLst/>
            <a:cxnLst/>
            <a:rect l="l" t="t" r="r" b="b"/>
            <a:pathLst>
              <a:path w="168050" h="134440">
                <a:moveTo>
                  <a:pt x="92427" y="0"/>
                </a:moveTo>
                <a:cubicBezTo>
                  <a:pt x="92427" y="-4648"/>
                  <a:pt x="88672" y="-8402"/>
                  <a:pt x="84025" y="-8402"/>
                </a:cubicBezTo>
                <a:cubicBezTo>
                  <a:pt x="79377" y="-8402"/>
                  <a:pt x="75622" y="-4648"/>
                  <a:pt x="75622" y="0"/>
                </a:cubicBezTo>
                <a:lnTo>
                  <a:pt x="75622" y="16805"/>
                </a:lnTo>
                <a:lnTo>
                  <a:pt x="50415" y="16805"/>
                </a:lnTo>
                <a:cubicBezTo>
                  <a:pt x="36498" y="16805"/>
                  <a:pt x="25207" y="28096"/>
                  <a:pt x="25207" y="42012"/>
                </a:cubicBezTo>
                <a:lnTo>
                  <a:pt x="25207" y="100830"/>
                </a:lnTo>
                <a:cubicBezTo>
                  <a:pt x="25207" y="114746"/>
                  <a:pt x="36498" y="126037"/>
                  <a:pt x="50415" y="126037"/>
                </a:cubicBezTo>
                <a:lnTo>
                  <a:pt x="117635" y="126037"/>
                </a:lnTo>
                <a:cubicBezTo>
                  <a:pt x="131551" y="126037"/>
                  <a:pt x="142842" y="114746"/>
                  <a:pt x="142842" y="100830"/>
                </a:cubicBezTo>
                <a:lnTo>
                  <a:pt x="142842" y="42012"/>
                </a:lnTo>
                <a:cubicBezTo>
                  <a:pt x="142842" y="28096"/>
                  <a:pt x="131551" y="16805"/>
                  <a:pt x="117635" y="16805"/>
                </a:cubicBezTo>
                <a:lnTo>
                  <a:pt x="92427" y="16805"/>
                </a:lnTo>
                <a:lnTo>
                  <a:pt x="92427" y="0"/>
                </a:lnTo>
                <a:close/>
                <a:moveTo>
                  <a:pt x="42012" y="96629"/>
                </a:moveTo>
                <a:cubicBezTo>
                  <a:pt x="42012" y="93136"/>
                  <a:pt x="44822" y="90327"/>
                  <a:pt x="48314" y="90327"/>
                </a:cubicBezTo>
                <a:lnTo>
                  <a:pt x="56717" y="90327"/>
                </a:lnTo>
                <a:cubicBezTo>
                  <a:pt x="60209" y="90327"/>
                  <a:pt x="63019" y="93136"/>
                  <a:pt x="63019" y="96629"/>
                </a:cubicBezTo>
                <a:cubicBezTo>
                  <a:pt x="63019" y="100121"/>
                  <a:pt x="60209" y="102930"/>
                  <a:pt x="56717" y="102930"/>
                </a:cubicBezTo>
                <a:lnTo>
                  <a:pt x="48314" y="102930"/>
                </a:lnTo>
                <a:cubicBezTo>
                  <a:pt x="44822" y="102930"/>
                  <a:pt x="42012" y="100121"/>
                  <a:pt x="42012" y="96629"/>
                </a:cubicBezTo>
                <a:close/>
                <a:moveTo>
                  <a:pt x="73522" y="96629"/>
                </a:moveTo>
                <a:cubicBezTo>
                  <a:pt x="73522" y="93136"/>
                  <a:pt x="76331" y="90327"/>
                  <a:pt x="79824" y="90327"/>
                </a:cubicBezTo>
                <a:lnTo>
                  <a:pt x="88226" y="90327"/>
                </a:lnTo>
                <a:cubicBezTo>
                  <a:pt x="91718" y="90327"/>
                  <a:pt x="94528" y="93136"/>
                  <a:pt x="94528" y="96629"/>
                </a:cubicBezTo>
                <a:cubicBezTo>
                  <a:pt x="94528" y="100121"/>
                  <a:pt x="91718" y="102930"/>
                  <a:pt x="88226" y="102930"/>
                </a:cubicBezTo>
                <a:lnTo>
                  <a:pt x="79824" y="102930"/>
                </a:lnTo>
                <a:cubicBezTo>
                  <a:pt x="76331" y="102930"/>
                  <a:pt x="73522" y="100121"/>
                  <a:pt x="73522" y="96629"/>
                </a:cubicBezTo>
                <a:close/>
                <a:moveTo>
                  <a:pt x="105031" y="96629"/>
                </a:moveTo>
                <a:cubicBezTo>
                  <a:pt x="105031" y="93136"/>
                  <a:pt x="107841" y="90327"/>
                  <a:pt x="111333" y="90327"/>
                </a:cubicBezTo>
                <a:lnTo>
                  <a:pt x="119735" y="90327"/>
                </a:lnTo>
                <a:cubicBezTo>
                  <a:pt x="123228" y="90327"/>
                  <a:pt x="126037" y="93136"/>
                  <a:pt x="126037" y="96629"/>
                </a:cubicBezTo>
                <a:cubicBezTo>
                  <a:pt x="126037" y="100121"/>
                  <a:pt x="123228" y="102930"/>
                  <a:pt x="119735" y="102930"/>
                </a:cubicBezTo>
                <a:lnTo>
                  <a:pt x="111333" y="102930"/>
                </a:lnTo>
                <a:cubicBezTo>
                  <a:pt x="107841" y="102930"/>
                  <a:pt x="105031" y="100121"/>
                  <a:pt x="105031" y="96629"/>
                </a:cubicBezTo>
                <a:close/>
                <a:moveTo>
                  <a:pt x="58817" y="46214"/>
                </a:moveTo>
                <a:cubicBezTo>
                  <a:pt x="65774" y="46214"/>
                  <a:pt x="71421" y="51861"/>
                  <a:pt x="71421" y="58817"/>
                </a:cubicBezTo>
                <a:cubicBezTo>
                  <a:pt x="71421" y="65774"/>
                  <a:pt x="65774" y="71421"/>
                  <a:pt x="58817" y="71421"/>
                </a:cubicBezTo>
                <a:cubicBezTo>
                  <a:pt x="51861" y="71421"/>
                  <a:pt x="46214" y="65774"/>
                  <a:pt x="46214" y="58817"/>
                </a:cubicBezTo>
                <a:cubicBezTo>
                  <a:pt x="46214" y="51861"/>
                  <a:pt x="51861" y="46214"/>
                  <a:pt x="58817" y="46214"/>
                </a:cubicBezTo>
                <a:close/>
                <a:moveTo>
                  <a:pt x="96629" y="58817"/>
                </a:moveTo>
                <a:cubicBezTo>
                  <a:pt x="96629" y="51861"/>
                  <a:pt x="102276" y="46214"/>
                  <a:pt x="109232" y="46214"/>
                </a:cubicBezTo>
                <a:cubicBezTo>
                  <a:pt x="116188" y="46214"/>
                  <a:pt x="121836" y="51861"/>
                  <a:pt x="121836" y="58817"/>
                </a:cubicBezTo>
                <a:cubicBezTo>
                  <a:pt x="121836" y="65774"/>
                  <a:pt x="116188" y="71421"/>
                  <a:pt x="109232" y="71421"/>
                </a:cubicBezTo>
                <a:cubicBezTo>
                  <a:pt x="102276" y="71421"/>
                  <a:pt x="96629" y="65774"/>
                  <a:pt x="96629" y="58817"/>
                </a:cubicBezTo>
                <a:close/>
                <a:moveTo>
                  <a:pt x="16805" y="58817"/>
                </a:moveTo>
                <a:cubicBezTo>
                  <a:pt x="16805" y="54170"/>
                  <a:pt x="13050" y="50415"/>
                  <a:pt x="8402" y="50415"/>
                </a:cubicBezTo>
                <a:cubicBezTo>
                  <a:pt x="3755" y="50415"/>
                  <a:pt x="0" y="54170"/>
                  <a:pt x="0" y="58817"/>
                </a:cubicBezTo>
                <a:lnTo>
                  <a:pt x="0" y="84025"/>
                </a:lnTo>
                <a:cubicBezTo>
                  <a:pt x="0" y="88672"/>
                  <a:pt x="3755" y="92427"/>
                  <a:pt x="8402" y="92427"/>
                </a:cubicBezTo>
                <a:cubicBezTo>
                  <a:pt x="13050" y="92427"/>
                  <a:pt x="16805" y="88672"/>
                  <a:pt x="16805" y="84025"/>
                </a:cubicBezTo>
                <a:lnTo>
                  <a:pt x="16805" y="58817"/>
                </a:lnTo>
                <a:close/>
                <a:moveTo>
                  <a:pt x="159647" y="50415"/>
                </a:moveTo>
                <a:cubicBezTo>
                  <a:pt x="155000" y="50415"/>
                  <a:pt x="151245" y="54170"/>
                  <a:pt x="151245" y="58817"/>
                </a:cubicBezTo>
                <a:lnTo>
                  <a:pt x="151245" y="84025"/>
                </a:lnTo>
                <a:cubicBezTo>
                  <a:pt x="151245" y="88672"/>
                  <a:pt x="155000" y="92427"/>
                  <a:pt x="159647" y="92427"/>
                </a:cubicBezTo>
                <a:cubicBezTo>
                  <a:pt x="164295" y="92427"/>
                  <a:pt x="168050" y="88672"/>
                  <a:pt x="168050" y="84025"/>
                </a:cubicBezTo>
                <a:lnTo>
                  <a:pt x="168050" y="58817"/>
                </a:lnTo>
                <a:cubicBezTo>
                  <a:pt x="168050" y="54170"/>
                  <a:pt x="164295" y="50415"/>
                  <a:pt x="159647" y="5041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1092323" y="3478627"/>
            <a:ext cx="2193048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Otonom Güvenlik Ekosistemi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2323" y="3713897"/>
            <a:ext cx="2184645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Tam entegre AI destekli güvenlik altyapısı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40300" y="4339881"/>
            <a:ext cx="5663272" cy="2512342"/>
          </a:xfrm>
          <a:custGeom>
            <a:avLst/>
            <a:gdLst/>
            <a:ahLst/>
            <a:cxnLst/>
            <a:rect l="l" t="t" r="r" b="b"/>
            <a:pathLst>
              <a:path w="5663272" h="2512342">
                <a:moveTo>
                  <a:pt x="100820" y="0"/>
                </a:moveTo>
                <a:lnTo>
                  <a:pt x="5562452" y="0"/>
                </a:lnTo>
                <a:cubicBezTo>
                  <a:pt x="5618133" y="0"/>
                  <a:pt x="5663272" y="45139"/>
                  <a:pt x="5663272" y="100820"/>
                </a:cubicBezTo>
                <a:lnTo>
                  <a:pt x="5663272" y="2411522"/>
                </a:lnTo>
                <a:cubicBezTo>
                  <a:pt x="5663272" y="2467203"/>
                  <a:pt x="5618133" y="2512342"/>
                  <a:pt x="5562452" y="2512342"/>
                </a:cubicBezTo>
                <a:lnTo>
                  <a:pt x="100820" y="2512342"/>
                </a:lnTo>
                <a:cubicBezTo>
                  <a:pt x="45139" y="2512342"/>
                  <a:pt x="0" y="2467203"/>
                  <a:pt x="0" y="2411522"/>
                </a:cubicBezTo>
                <a:lnTo>
                  <a:pt x="0" y="100820"/>
                </a:lnTo>
                <a:cubicBezTo>
                  <a:pt x="0" y="45176"/>
                  <a:pt x="45176" y="0"/>
                  <a:pt x="10082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9948" y="5049891"/>
            <a:ext cx="151245" cy="151245"/>
          </a:xfrm>
          <a:custGeom>
            <a:avLst/>
            <a:gdLst/>
            <a:ahLst/>
            <a:cxnLst/>
            <a:rect l="l" t="t" r="r" b="b"/>
            <a:pathLst>
              <a:path w="151245" h="151245">
                <a:moveTo>
                  <a:pt x="35448" y="16542"/>
                </a:moveTo>
                <a:cubicBezTo>
                  <a:pt x="35448" y="7415"/>
                  <a:pt x="42862" y="0"/>
                  <a:pt x="51990" y="0"/>
                </a:cubicBezTo>
                <a:lnTo>
                  <a:pt x="59080" y="0"/>
                </a:lnTo>
                <a:cubicBezTo>
                  <a:pt x="64309" y="0"/>
                  <a:pt x="68533" y="4224"/>
                  <a:pt x="68533" y="9453"/>
                </a:cubicBezTo>
                <a:lnTo>
                  <a:pt x="68533" y="141792"/>
                </a:lnTo>
                <a:cubicBezTo>
                  <a:pt x="68533" y="147020"/>
                  <a:pt x="64309" y="151245"/>
                  <a:pt x="59080" y="151245"/>
                </a:cubicBezTo>
                <a:lnTo>
                  <a:pt x="49627" y="151245"/>
                </a:lnTo>
                <a:cubicBezTo>
                  <a:pt x="40824" y="151245"/>
                  <a:pt x="33410" y="145219"/>
                  <a:pt x="31312" y="137065"/>
                </a:cubicBezTo>
                <a:cubicBezTo>
                  <a:pt x="31106" y="137065"/>
                  <a:pt x="30928" y="137065"/>
                  <a:pt x="30722" y="137065"/>
                </a:cubicBezTo>
                <a:cubicBezTo>
                  <a:pt x="17665" y="137065"/>
                  <a:pt x="7090" y="126490"/>
                  <a:pt x="7090" y="113433"/>
                </a:cubicBezTo>
                <a:cubicBezTo>
                  <a:pt x="7090" y="108116"/>
                  <a:pt x="8862" y="103213"/>
                  <a:pt x="11816" y="99254"/>
                </a:cubicBezTo>
                <a:cubicBezTo>
                  <a:pt x="6085" y="94941"/>
                  <a:pt x="2363" y="88088"/>
                  <a:pt x="2363" y="80349"/>
                </a:cubicBezTo>
                <a:cubicBezTo>
                  <a:pt x="2363" y="71221"/>
                  <a:pt x="7562" y="63275"/>
                  <a:pt x="15124" y="59346"/>
                </a:cubicBezTo>
                <a:cubicBezTo>
                  <a:pt x="13027" y="55801"/>
                  <a:pt x="11816" y="51665"/>
                  <a:pt x="11816" y="47264"/>
                </a:cubicBezTo>
                <a:cubicBezTo>
                  <a:pt x="11816" y="34207"/>
                  <a:pt x="22391" y="23632"/>
                  <a:pt x="35448" y="23632"/>
                </a:cubicBezTo>
                <a:lnTo>
                  <a:pt x="35448" y="16542"/>
                </a:lnTo>
                <a:close/>
                <a:moveTo>
                  <a:pt x="115797" y="16542"/>
                </a:moveTo>
                <a:lnTo>
                  <a:pt x="115797" y="23632"/>
                </a:lnTo>
                <a:cubicBezTo>
                  <a:pt x="128853" y="23632"/>
                  <a:pt x="139429" y="34207"/>
                  <a:pt x="139429" y="47264"/>
                </a:cubicBezTo>
                <a:cubicBezTo>
                  <a:pt x="139429" y="51695"/>
                  <a:pt x="138218" y="55831"/>
                  <a:pt x="136120" y="59346"/>
                </a:cubicBezTo>
                <a:cubicBezTo>
                  <a:pt x="143712" y="63275"/>
                  <a:pt x="148881" y="71191"/>
                  <a:pt x="148881" y="80349"/>
                </a:cubicBezTo>
                <a:cubicBezTo>
                  <a:pt x="148881" y="88088"/>
                  <a:pt x="145159" y="94941"/>
                  <a:pt x="139429" y="99254"/>
                </a:cubicBezTo>
                <a:cubicBezTo>
                  <a:pt x="142383" y="103213"/>
                  <a:pt x="144155" y="108116"/>
                  <a:pt x="144155" y="113433"/>
                </a:cubicBezTo>
                <a:cubicBezTo>
                  <a:pt x="144155" y="126490"/>
                  <a:pt x="133580" y="137065"/>
                  <a:pt x="120523" y="137065"/>
                </a:cubicBezTo>
                <a:cubicBezTo>
                  <a:pt x="120316" y="137065"/>
                  <a:pt x="120139" y="137065"/>
                  <a:pt x="119932" y="137065"/>
                </a:cubicBezTo>
                <a:cubicBezTo>
                  <a:pt x="117835" y="145219"/>
                  <a:pt x="110420" y="151245"/>
                  <a:pt x="101618" y="151245"/>
                </a:cubicBezTo>
                <a:lnTo>
                  <a:pt x="92165" y="151245"/>
                </a:lnTo>
                <a:cubicBezTo>
                  <a:pt x="86936" y="151245"/>
                  <a:pt x="82712" y="147020"/>
                  <a:pt x="82712" y="141792"/>
                </a:cubicBezTo>
                <a:lnTo>
                  <a:pt x="82712" y="9453"/>
                </a:lnTo>
                <a:cubicBezTo>
                  <a:pt x="82712" y="4224"/>
                  <a:pt x="86936" y="0"/>
                  <a:pt x="92165" y="0"/>
                </a:cubicBezTo>
                <a:lnTo>
                  <a:pt x="99254" y="0"/>
                </a:lnTo>
                <a:cubicBezTo>
                  <a:pt x="108382" y="0"/>
                  <a:pt x="115797" y="7415"/>
                  <a:pt x="115797" y="16542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26" name="Text 24"/>
          <p:cNvSpPr/>
          <p:nvPr/>
        </p:nvSpPr>
        <p:spPr>
          <a:xfrm>
            <a:off x="672198" y="5007879"/>
            <a:ext cx="5268356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Öngörücü Analitik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8941" y="5343978"/>
            <a:ext cx="5453210" cy="2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Prediktif analiz</a:t>
            </a:r>
            <a:pPr>
              <a:lnSpc>
                <a:spcPct val="140000"/>
              </a:lnSpc>
            </a:pPr>
            <a:r>
              <a:rPr lang="en-US" sz="1059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ile potansiyel risklerin önceden tespiti ve önleyici müdahaleler.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83143" y="5667473"/>
            <a:ext cx="1739314" cy="512551"/>
          </a:xfrm>
          <a:custGeom>
            <a:avLst/>
            <a:gdLst/>
            <a:ahLst/>
            <a:cxnLst/>
            <a:rect l="l" t="t" r="r" b="b"/>
            <a:pathLst>
              <a:path w="1739314" h="512551">
                <a:moveTo>
                  <a:pt x="67221" y="0"/>
                </a:moveTo>
                <a:lnTo>
                  <a:pt x="1672092" y="0"/>
                </a:lnTo>
                <a:cubicBezTo>
                  <a:pt x="1709218" y="0"/>
                  <a:pt x="1739314" y="30096"/>
                  <a:pt x="1739314" y="67221"/>
                </a:cubicBezTo>
                <a:lnTo>
                  <a:pt x="1739314" y="445330"/>
                </a:lnTo>
                <a:cubicBezTo>
                  <a:pt x="1739314" y="482455"/>
                  <a:pt x="1709218" y="512551"/>
                  <a:pt x="1672092" y="512551"/>
                </a:cubicBezTo>
                <a:lnTo>
                  <a:pt x="67221" y="512551"/>
                </a:lnTo>
                <a:cubicBezTo>
                  <a:pt x="30096" y="512551"/>
                  <a:pt x="0" y="482455"/>
                  <a:pt x="0" y="445330"/>
                </a:cubicBezTo>
                <a:lnTo>
                  <a:pt x="0" y="67221"/>
                </a:lnTo>
                <a:cubicBezTo>
                  <a:pt x="0" y="30121"/>
                  <a:pt x="30121" y="0"/>
                  <a:pt x="67221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81116" y="5755700"/>
            <a:ext cx="151245" cy="151245"/>
          </a:xfrm>
          <a:custGeom>
            <a:avLst/>
            <a:gdLst/>
            <a:ahLst/>
            <a:cxnLst/>
            <a:rect l="l" t="t" r="r" b="b"/>
            <a:pathLst>
              <a:path w="151245" h="151245">
                <a:moveTo>
                  <a:pt x="18906" y="18906"/>
                </a:moveTo>
                <a:cubicBezTo>
                  <a:pt x="18906" y="13677"/>
                  <a:pt x="14681" y="9453"/>
                  <a:pt x="9453" y="9453"/>
                </a:cubicBezTo>
                <a:cubicBezTo>
                  <a:pt x="4224" y="9453"/>
                  <a:pt x="0" y="13677"/>
                  <a:pt x="0" y="18906"/>
                </a:cubicBezTo>
                <a:lnTo>
                  <a:pt x="0" y="118160"/>
                </a:lnTo>
                <a:cubicBezTo>
                  <a:pt x="0" y="131217"/>
                  <a:pt x="10575" y="141792"/>
                  <a:pt x="23632" y="141792"/>
                </a:cubicBezTo>
                <a:lnTo>
                  <a:pt x="141792" y="141792"/>
                </a:lnTo>
                <a:cubicBezTo>
                  <a:pt x="147020" y="141792"/>
                  <a:pt x="151245" y="137568"/>
                  <a:pt x="151245" y="132339"/>
                </a:cubicBezTo>
                <a:cubicBezTo>
                  <a:pt x="151245" y="127111"/>
                  <a:pt x="147020" y="122886"/>
                  <a:pt x="141792" y="122886"/>
                </a:cubicBezTo>
                <a:lnTo>
                  <a:pt x="23632" y="122886"/>
                </a:lnTo>
                <a:cubicBezTo>
                  <a:pt x="21032" y="122886"/>
                  <a:pt x="18906" y="120759"/>
                  <a:pt x="18906" y="118160"/>
                </a:cubicBezTo>
                <a:lnTo>
                  <a:pt x="18906" y="18906"/>
                </a:lnTo>
                <a:close/>
                <a:moveTo>
                  <a:pt x="139015" y="44487"/>
                </a:moveTo>
                <a:cubicBezTo>
                  <a:pt x="142708" y="40795"/>
                  <a:pt x="142708" y="34798"/>
                  <a:pt x="139015" y="31106"/>
                </a:cubicBezTo>
                <a:cubicBezTo>
                  <a:pt x="135323" y="27413"/>
                  <a:pt x="129326" y="27413"/>
                  <a:pt x="125634" y="31106"/>
                </a:cubicBezTo>
                <a:lnTo>
                  <a:pt x="94528" y="62241"/>
                </a:lnTo>
                <a:lnTo>
                  <a:pt x="77572" y="45314"/>
                </a:lnTo>
                <a:cubicBezTo>
                  <a:pt x="73879" y="41622"/>
                  <a:pt x="67883" y="41622"/>
                  <a:pt x="64190" y="45314"/>
                </a:cubicBezTo>
                <a:lnTo>
                  <a:pt x="35832" y="73673"/>
                </a:lnTo>
                <a:cubicBezTo>
                  <a:pt x="32139" y="77365"/>
                  <a:pt x="32139" y="83362"/>
                  <a:pt x="35832" y="87054"/>
                </a:cubicBezTo>
                <a:cubicBezTo>
                  <a:pt x="39524" y="90747"/>
                  <a:pt x="45521" y="90747"/>
                  <a:pt x="49214" y="87054"/>
                </a:cubicBezTo>
                <a:lnTo>
                  <a:pt x="70896" y="65372"/>
                </a:lnTo>
                <a:lnTo>
                  <a:pt x="87852" y="82328"/>
                </a:lnTo>
                <a:cubicBezTo>
                  <a:pt x="91544" y="86020"/>
                  <a:pt x="97541" y="86020"/>
                  <a:pt x="101233" y="82328"/>
                </a:cubicBezTo>
                <a:lnTo>
                  <a:pt x="139045" y="44517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0" name="Text 28"/>
          <p:cNvSpPr/>
          <p:nvPr/>
        </p:nvSpPr>
        <p:spPr>
          <a:xfrm>
            <a:off x="525155" y="5940554"/>
            <a:ext cx="1655289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Tahmini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301755" y="5667473"/>
            <a:ext cx="1739314" cy="512551"/>
          </a:xfrm>
          <a:custGeom>
            <a:avLst/>
            <a:gdLst/>
            <a:ahLst/>
            <a:cxnLst/>
            <a:rect l="l" t="t" r="r" b="b"/>
            <a:pathLst>
              <a:path w="1739314" h="512551">
                <a:moveTo>
                  <a:pt x="67221" y="0"/>
                </a:moveTo>
                <a:lnTo>
                  <a:pt x="1672092" y="0"/>
                </a:lnTo>
                <a:cubicBezTo>
                  <a:pt x="1709218" y="0"/>
                  <a:pt x="1739314" y="30096"/>
                  <a:pt x="1739314" y="67221"/>
                </a:cubicBezTo>
                <a:lnTo>
                  <a:pt x="1739314" y="445330"/>
                </a:lnTo>
                <a:cubicBezTo>
                  <a:pt x="1739314" y="482455"/>
                  <a:pt x="1709218" y="512551"/>
                  <a:pt x="1672092" y="512551"/>
                </a:cubicBezTo>
                <a:lnTo>
                  <a:pt x="67221" y="512551"/>
                </a:lnTo>
                <a:cubicBezTo>
                  <a:pt x="30096" y="512551"/>
                  <a:pt x="0" y="482455"/>
                  <a:pt x="0" y="445330"/>
                </a:cubicBezTo>
                <a:lnTo>
                  <a:pt x="0" y="67221"/>
                </a:lnTo>
                <a:cubicBezTo>
                  <a:pt x="0" y="30121"/>
                  <a:pt x="30121" y="0"/>
                  <a:pt x="67221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99728" y="5755700"/>
            <a:ext cx="151245" cy="151245"/>
          </a:xfrm>
          <a:custGeom>
            <a:avLst/>
            <a:gdLst/>
            <a:ahLst/>
            <a:cxnLst/>
            <a:rect l="l" t="t" r="r" b="b"/>
            <a:pathLst>
              <a:path w="151245" h="151245">
                <a:moveTo>
                  <a:pt x="75622" y="0"/>
                </a:moveTo>
                <a:cubicBezTo>
                  <a:pt x="79965" y="0"/>
                  <a:pt x="83953" y="2393"/>
                  <a:pt x="86020" y="6203"/>
                </a:cubicBezTo>
                <a:lnTo>
                  <a:pt x="149827" y="124363"/>
                </a:lnTo>
                <a:cubicBezTo>
                  <a:pt x="151806" y="128026"/>
                  <a:pt x="151717" y="132457"/>
                  <a:pt x="149590" y="136032"/>
                </a:cubicBezTo>
                <a:cubicBezTo>
                  <a:pt x="147464" y="139606"/>
                  <a:pt x="143594" y="141792"/>
                  <a:pt x="139429" y="141792"/>
                </a:cubicBezTo>
                <a:lnTo>
                  <a:pt x="11816" y="141792"/>
                </a:lnTo>
                <a:cubicBezTo>
                  <a:pt x="7651" y="141792"/>
                  <a:pt x="3811" y="139606"/>
                  <a:pt x="1654" y="136032"/>
                </a:cubicBezTo>
                <a:cubicBezTo>
                  <a:pt x="-502" y="132457"/>
                  <a:pt x="-561" y="128026"/>
                  <a:pt x="1418" y="124363"/>
                </a:cubicBezTo>
                <a:lnTo>
                  <a:pt x="65224" y="6203"/>
                </a:lnTo>
                <a:cubicBezTo>
                  <a:pt x="67292" y="2393"/>
                  <a:pt x="71280" y="0"/>
                  <a:pt x="75622" y="0"/>
                </a:cubicBezTo>
                <a:close/>
                <a:moveTo>
                  <a:pt x="75622" y="49627"/>
                </a:moveTo>
                <a:cubicBezTo>
                  <a:pt x="71694" y="49627"/>
                  <a:pt x="68533" y="52788"/>
                  <a:pt x="68533" y="56717"/>
                </a:cubicBezTo>
                <a:lnTo>
                  <a:pt x="68533" y="89802"/>
                </a:lnTo>
                <a:cubicBezTo>
                  <a:pt x="68533" y="93730"/>
                  <a:pt x="71694" y="96891"/>
                  <a:pt x="75622" y="96891"/>
                </a:cubicBezTo>
                <a:cubicBezTo>
                  <a:pt x="79551" y="96891"/>
                  <a:pt x="82712" y="93730"/>
                  <a:pt x="82712" y="89802"/>
                </a:cubicBezTo>
                <a:lnTo>
                  <a:pt x="82712" y="56717"/>
                </a:lnTo>
                <a:cubicBezTo>
                  <a:pt x="82712" y="52788"/>
                  <a:pt x="79551" y="49627"/>
                  <a:pt x="75622" y="49627"/>
                </a:cubicBezTo>
                <a:close/>
                <a:moveTo>
                  <a:pt x="83510" y="113433"/>
                </a:moveTo>
                <a:cubicBezTo>
                  <a:pt x="83689" y="110506"/>
                  <a:pt x="82229" y="107720"/>
                  <a:pt x="79719" y="106202"/>
                </a:cubicBezTo>
                <a:cubicBezTo>
                  <a:pt x="77210" y="104684"/>
                  <a:pt x="74065" y="104684"/>
                  <a:pt x="71555" y="106202"/>
                </a:cubicBezTo>
                <a:cubicBezTo>
                  <a:pt x="69045" y="107720"/>
                  <a:pt x="67585" y="110506"/>
                  <a:pt x="67765" y="113433"/>
                </a:cubicBezTo>
                <a:cubicBezTo>
                  <a:pt x="67585" y="116361"/>
                  <a:pt x="69045" y="119146"/>
                  <a:pt x="71555" y="120665"/>
                </a:cubicBezTo>
                <a:cubicBezTo>
                  <a:pt x="74065" y="122183"/>
                  <a:pt x="77210" y="122183"/>
                  <a:pt x="79719" y="120665"/>
                </a:cubicBezTo>
                <a:cubicBezTo>
                  <a:pt x="82229" y="119146"/>
                  <a:pt x="83689" y="116361"/>
                  <a:pt x="83510" y="11343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33" name="Text 31"/>
          <p:cNvSpPr/>
          <p:nvPr/>
        </p:nvSpPr>
        <p:spPr>
          <a:xfrm>
            <a:off x="2343767" y="5940554"/>
            <a:ext cx="1655289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Erken Uyarı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120367" y="5667473"/>
            <a:ext cx="1739314" cy="512551"/>
          </a:xfrm>
          <a:custGeom>
            <a:avLst/>
            <a:gdLst/>
            <a:ahLst/>
            <a:cxnLst/>
            <a:rect l="l" t="t" r="r" b="b"/>
            <a:pathLst>
              <a:path w="1739314" h="512551">
                <a:moveTo>
                  <a:pt x="67221" y="0"/>
                </a:moveTo>
                <a:lnTo>
                  <a:pt x="1672092" y="0"/>
                </a:lnTo>
                <a:cubicBezTo>
                  <a:pt x="1709218" y="0"/>
                  <a:pt x="1739314" y="30096"/>
                  <a:pt x="1739314" y="67221"/>
                </a:cubicBezTo>
                <a:lnTo>
                  <a:pt x="1739314" y="445330"/>
                </a:lnTo>
                <a:cubicBezTo>
                  <a:pt x="1739314" y="482455"/>
                  <a:pt x="1709218" y="512551"/>
                  <a:pt x="1672092" y="512551"/>
                </a:cubicBezTo>
                <a:lnTo>
                  <a:pt x="67221" y="512551"/>
                </a:lnTo>
                <a:cubicBezTo>
                  <a:pt x="30096" y="512551"/>
                  <a:pt x="0" y="482455"/>
                  <a:pt x="0" y="445330"/>
                </a:cubicBezTo>
                <a:lnTo>
                  <a:pt x="0" y="67221"/>
                </a:lnTo>
                <a:cubicBezTo>
                  <a:pt x="0" y="30121"/>
                  <a:pt x="30121" y="0"/>
                  <a:pt x="67221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37245" y="5755700"/>
            <a:ext cx="113433" cy="151245"/>
          </a:xfrm>
          <a:custGeom>
            <a:avLst/>
            <a:gdLst/>
            <a:ahLst/>
            <a:cxnLst/>
            <a:rect l="l" t="t" r="r" b="b"/>
            <a:pathLst>
              <a:path w="113433" h="151245">
                <a:moveTo>
                  <a:pt x="86523" y="113433"/>
                </a:moveTo>
                <a:cubicBezTo>
                  <a:pt x="88679" y="106846"/>
                  <a:pt x="92992" y="100879"/>
                  <a:pt x="97866" y="95739"/>
                </a:cubicBezTo>
                <a:cubicBezTo>
                  <a:pt x="107525" y="85577"/>
                  <a:pt x="113433" y="71841"/>
                  <a:pt x="113433" y="56717"/>
                </a:cubicBezTo>
                <a:cubicBezTo>
                  <a:pt x="113433" y="25404"/>
                  <a:pt x="88029" y="0"/>
                  <a:pt x="56717" y="0"/>
                </a:cubicBezTo>
                <a:cubicBezTo>
                  <a:pt x="25404" y="0"/>
                  <a:pt x="0" y="25404"/>
                  <a:pt x="0" y="56717"/>
                </a:cubicBezTo>
                <a:cubicBezTo>
                  <a:pt x="0" y="71841"/>
                  <a:pt x="5908" y="85577"/>
                  <a:pt x="15568" y="95739"/>
                </a:cubicBezTo>
                <a:cubicBezTo>
                  <a:pt x="20442" y="100879"/>
                  <a:pt x="24784" y="106846"/>
                  <a:pt x="26911" y="113433"/>
                </a:cubicBezTo>
                <a:lnTo>
                  <a:pt x="86493" y="113433"/>
                </a:lnTo>
                <a:close/>
                <a:moveTo>
                  <a:pt x="85075" y="127613"/>
                </a:moveTo>
                <a:lnTo>
                  <a:pt x="28358" y="127613"/>
                </a:lnTo>
                <a:lnTo>
                  <a:pt x="28358" y="132339"/>
                </a:lnTo>
                <a:cubicBezTo>
                  <a:pt x="28358" y="145396"/>
                  <a:pt x="38934" y="155971"/>
                  <a:pt x="51990" y="155971"/>
                </a:cubicBezTo>
                <a:lnTo>
                  <a:pt x="61443" y="155971"/>
                </a:lnTo>
                <a:cubicBezTo>
                  <a:pt x="74500" y="155971"/>
                  <a:pt x="85075" y="145396"/>
                  <a:pt x="85075" y="132339"/>
                </a:cubicBezTo>
                <a:lnTo>
                  <a:pt x="85075" y="127613"/>
                </a:lnTo>
                <a:close/>
                <a:moveTo>
                  <a:pt x="54354" y="33085"/>
                </a:moveTo>
                <a:cubicBezTo>
                  <a:pt x="42597" y="33085"/>
                  <a:pt x="33085" y="42597"/>
                  <a:pt x="33085" y="54354"/>
                </a:cubicBezTo>
                <a:cubicBezTo>
                  <a:pt x="33085" y="58282"/>
                  <a:pt x="29924" y="61443"/>
                  <a:pt x="25995" y="61443"/>
                </a:cubicBezTo>
                <a:cubicBezTo>
                  <a:pt x="22066" y="61443"/>
                  <a:pt x="18906" y="58282"/>
                  <a:pt x="18906" y="54354"/>
                </a:cubicBezTo>
                <a:cubicBezTo>
                  <a:pt x="18906" y="34769"/>
                  <a:pt x="34769" y="18906"/>
                  <a:pt x="54354" y="18906"/>
                </a:cubicBezTo>
                <a:cubicBezTo>
                  <a:pt x="58282" y="18906"/>
                  <a:pt x="61443" y="22066"/>
                  <a:pt x="61443" y="25995"/>
                </a:cubicBezTo>
                <a:cubicBezTo>
                  <a:pt x="61443" y="29924"/>
                  <a:pt x="58282" y="33085"/>
                  <a:pt x="54354" y="3308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6" name="Text 34"/>
          <p:cNvSpPr/>
          <p:nvPr/>
        </p:nvSpPr>
        <p:spPr>
          <a:xfrm>
            <a:off x="4162379" y="5940554"/>
            <a:ext cx="1655289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Öneriler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82782" y="1214159"/>
            <a:ext cx="5663272" cy="3638274"/>
          </a:xfrm>
          <a:custGeom>
            <a:avLst/>
            <a:gdLst/>
            <a:ahLst/>
            <a:cxnLst/>
            <a:rect l="l" t="t" r="r" b="b"/>
            <a:pathLst>
              <a:path w="5663272" h="3638274">
                <a:moveTo>
                  <a:pt x="100817" y="0"/>
                </a:moveTo>
                <a:lnTo>
                  <a:pt x="5562456" y="0"/>
                </a:lnTo>
                <a:cubicBezTo>
                  <a:pt x="5618135" y="0"/>
                  <a:pt x="5663272" y="45137"/>
                  <a:pt x="5663272" y="100817"/>
                </a:cubicBezTo>
                <a:lnTo>
                  <a:pt x="5663272" y="3537458"/>
                </a:lnTo>
                <a:cubicBezTo>
                  <a:pt x="5663272" y="3593137"/>
                  <a:pt x="5618135" y="3638274"/>
                  <a:pt x="5562456" y="3638274"/>
                </a:cubicBezTo>
                <a:lnTo>
                  <a:pt x="100817" y="3638274"/>
                </a:lnTo>
                <a:cubicBezTo>
                  <a:pt x="45137" y="3638274"/>
                  <a:pt x="0" y="3593137"/>
                  <a:pt x="0" y="3537458"/>
                </a:cubicBezTo>
                <a:lnTo>
                  <a:pt x="0" y="100817"/>
                </a:lnTo>
                <a:cubicBezTo>
                  <a:pt x="0" y="45174"/>
                  <a:pt x="45174" y="0"/>
                  <a:pt x="100817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>
                  <a:alpha val="20000"/>
                </a:srgbClr>
              </a:gs>
              <a:gs pos="100000">
                <a:srgbClr val="22D3EE">
                  <a:alpha val="20000"/>
                </a:srgbClr>
              </a:gs>
            </a:gsLst>
            <a:lin ang="2700000" scaled="1"/>
          </a:gra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13020" y="1386409"/>
            <a:ext cx="5402795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Gelecek Yol Haritası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59234" y="1760320"/>
            <a:ext cx="5310368" cy="646991"/>
          </a:xfrm>
          <a:custGeom>
            <a:avLst/>
            <a:gdLst/>
            <a:ahLst/>
            <a:cxnLst/>
            <a:rect l="l" t="t" r="r" b="b"/>
            <a:pathLst>
              <a:path w="5310368" h="646991">
                <a:moveTo>
                  <a:pt x="67222" y="0"/>
                </a:moveTo>
                <a:lnTo>
                  <a:pt x="5243146" y="0"/>
                </a:lnTo>
                <a:cubicBezTo>
                  <a:pt x="5280272" y="0"/>
                  <a:pt x="5310368" y="30096"/>
                  <a:pt x="5310368" y="67222"/>
                </a:cubicBezTo>
                <a:lnTo>
                  <a:pt x="5310368" y="579769"/>
                </a:lnTo>
                <a:cubicBezTo>
                  <a:pt x="5310368" y="616895"/>
                  <a:pt x="5280272" y="646991"/>
                  <a:pt x="5243146" y="646991"/>
                </a:cubicBezTo>
                <a:lnTo>
                  <a:pt x="67222" y="646991"/>
                </a:lnTo>
                <a:cubicBezTo>
                  <a:pt x="30121" y="646991"/>
                  <a:pt x="0" y="616870"/>
                  <a:pt x="0" y="579769"/>
                </a:cubicBezTo>
                <a:lnTo>
                  <a:pt x="0" y="67222"/>
                </a:lnTo>
                <a:cubicBezTo>
                  <a:pt x="0" y="30121"/>
                  <a:pt x="30121" y="0"/>
                  <a:pt x="6722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97875" y="1915766"/>
            <a:ext cx="336099" cy="336099"/>
          </a:xfrm>
          <a:custGeom>
            <a:avLst/>
            <a:gdLst/>
            <a:ahLst/>
            <a:cxnLst/>
            <a:rect l="l" t="t" r="r" b="b"/>
            <a:pathLst>
              <a:path w="336099" h="336099">
                <a:moveTo>
                  <a:pt x="67220" y="0"/>
                </a:moveTo>
                <a:lnTo>
                  <a:pt x="268879" y="0"/>
                </a:lnTo>
                <a:cubicBezTo>
                  <a:pt x="305979" y="0"/>
                  <a:pt x="336099" y="30120"/>
                  <a:pt x="336099" y="67220"/>
                </a:cubicBezTo>
                <a:lnTo>
                  <a:pt x="336099" y="268879"/>
                </a:lnTo>
                <a:cubicBezTo>
                  <a:pt x="336099" y="306004"/>
                  <a:pt x="306004" y="336099"/>
                  <a:pt x="268879" y="336099"/>
                </a:cubicBezTo>
                <a:lnTo>
                  <a:pt x="67220" y="336099"/>
                </a:lnTo>
                <a:cubicBezTo>
                  <a:pt x="30120" y="336099"/>
                  <a:pt x="0" y="305979"/>
                  <a:pt x="0" y="268879"/>
                </a:cubicBezTo>
                <a:lnTo>
                  <a:pt x="0" y="67220"/>
                </a:lnTo>
                <a:cubicBezTo>
                  <a:pt x="0" y="30095"/>
                  <a:pt x="30095" y="0"/>
                  <a:pt x="6722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1" name="Text 39"/>
          <p:cNvSpPr/>
          <p:nvPr/>
        </p:nvSpPr>
        <p:spPr>
          <a:xfrm>
            <a:off x="6464265" y="1915766"/>
            <a:ext cx="403319" cy="336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Q1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34804" y="1898961"/>
            <a:ext cx="4663377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Temel Özellikler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34804" y="2100620"/>
            <a:ext cx="4654975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KKD ve Düşme Tespiti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59234" y="2516543"/>
            <a:ext cx="5310368" cy="646991"/>
          </a:xfrm>
          <a:custGeom>
            <a:avLst/>
            <a:gdLst/>
            <a:ahLst/>
            <a:cxnLst/>
            <a:rect l="l" t="t" r="r" b="b"/>
            <a:pathLst>
              <a:path w="5310368" h="646991">
                <a:moveTo>
                  <a:pt x="67222" y="0"/>
                </a:moveTo>
                <a:lnTo>
                  <a:pt x="5243146" y="0"/>
                </a:lnTo>
                <a:cubicBezTo>
                  <a:pt x="5280272" y="0"/>
                  <a:pt x="5310368" y="30096"/>
                  <a:pt x="5310368" y="67222"/>
                </a:cubicBezTo>
                <a:lnTo>
                  <a:pt x="5310368" y="579769"/>
                </a:lnTo>
                <a:cubicBezTo>
                  <a:pt x="5310368" y="616895"/>
                  <a:pt x="5280272" y="646991"/>
                  <a:pt x="5243146" y="646991"/>
                </a:cubicBezTo>
                <a:lnTo>
                  <a:pt x="67222" y="646991"/>
                </a:lnTo>
                <a:cubicBezTo>
                  <a:pt x="30121" y="646991"/>
                  <a:pt x="0" y="616870"/>
                  <a:pt x="0" y="579769"/>
                </a:cubicBezTo>
                <a:lnTo>
                  <a:pt x="0" y="67222"/>
                </a:lnTo>
                <a:cubicBezTo>
                  <a:pt x="0" y="30121"/>
                  <a:pt x="30121" y="0"/>
                  <a:pt x="6722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97875" y="2671989"/>
            <a:ext cx="336099" cy="336099"/>
          </a:xfrm>
          <a:custGeom>
            <a:avLst/>
            <a:gdLst/>
            <a:ahLst/>
            <a:cxnLst/>
            <a:rect l="l" t="t" r="r" b="b"/>
            <a:pathLst>
              <a:path w="336099" h="336099">
                <a:moveTo>
                  <a:pt x="67220" y="0"/>
                </a:moveTo>
                <a:lnTo>
                  <a:pt x="268879" y="0"/>
                </a:lnTo>
                <a:cubicBezTo>
                  <a:pt x="305979" y="0"/>
                  <a:pt x="336099" y="30120"/>
                  <a:pt x="336099" y="67220"/>
                </a:cubicBezTo>
                <a:lnTo>
                  <a:pt x="336099" y="268879"/>
                </a:lnTo>
                <a:cubicBezTo>
                  <a:pt x="336099" y="306004"/>
                  <a:pt x="306004" y="336099"/>
                  <a:pt x="268879" y="336099"/>
                </a:cubicBezTo>
                <a:lnTo>
                  <a:pt x="67220" y="336099"/>
                </a:lnTo>
                <a:cubicBezTo>
                  <a:pt x="30120" y="336099"/>
                  <a:pt x="0" y="305979"/>
                  <a:pt x="0" y="268879"/>
                </a:cubicBezTo>
                <a:lnTo>
                  <a:pt x="0" y="67220"/>
                </a:lnTo>
                <a:cubicBezTo>
                  <a:pt x="0" y="30095"/>
                  <a:pt x="30095" y="0"/>
                  <a:pt x="67220" y="0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46" name="Text 44"/>
          <p:cNvSpPr/>
          <p:nvPr/>
        </p:nvSpPr>
        <p:spPr>
          <a:xfrm>
            <a:off x="6464265" y="2671989"/>
            <a:ext cx="403319" cy="336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Q2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934804" y="2655184"/>
            <a:ext cx="4663377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Entegrasyon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934804" y="2856844"/>
            <a:ext cx="4654975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SCADA, VMS, ERP bağlantısı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59234" y="3272766"/>
            <a:ext cx="5310368" cy="646991"/>
          </a:xfrm>
          <a:custGeom>
            <a:avLst/>
            <a:gdLst/>
            <a:ahLst/>
            <a:cxnLst/>
            <a:rect l="l" t="t" r="r" b="b"/>
            <a:pathLst>
              <a:path w="5310368" h="646991">
                <a:moveTo>
                  <a:pt x="67222" y="0"/>
                </a:moveTo>
                <a:lnTo>
                  <a:pt x="5243146" y="0"/>
                </a:lnTo>
                <a:cubicBezTo>
                  <a:pt x="5280272" y="0"/>
                  <a:pt x="5310368" y="30096"/>
                  <a:pt x="5310368" y="67222"/>
                </a:cubicBezTo>
                <a:lnTo>
                  <a:pt x="5310368" y="579769"/>
                </a:lnTo>
                <a:cubicBezTo>
                  <a:pt x="5310368" y="616895"/>
                  <a:pt x="5280272" y="646991"/>
                  <a:pt x="5243146" y="646991"/>
                </a:cubicBezTo>
                <a:lnTo>
                  <a:pt x="67222" y="646991"/>
                </a:lnTo>
                <a:cubicBezTo>
                  <a:pt x="30121" y="646991"/>
                  <a:pt x="0" y="616870"/>
                  <a:pt x="0" y="579769"/>
                </a:cubicBezTo>
                <a:lnTo>
                  <a:pt x="0" y="67222"/>
                </a:lnTo>
                <a:cubicBezTo>
                  <a:pt x="0" y="30121"/>
                  <a:pt x="30121" y="0"/>
                  <a:pt x="6722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97875" y="3428212"/>
            <a:ext cx="336099" cy="336099"/>
          </a:xfrm>
          <a:custGeom>
            <a:avLst/>
            <a:gdLst/>
            <a:ahLst/>
            <a:cxnLst/>
            <a:rect l="l" t="t" r="r" b="b"/>
            <a:pathLst>
              <a:path w="336099" h="336099">
                <a:moveTo>
                  <a:pt x="67220" y="0"/>
                </a:moveTo>
                <a:lnTo>
                  <a:pt x="268879" y="0"/>
                </a:lnTo>
                <a:cubicBezTo>
                  <a:pt x="305979" y="0"/>
                  <a:pt x="336099" y="30120"/>
                  <a:pt x="336099" y="67220"/>
                </a:cubicBezTo>
                <a:lnTo>
                  <a:pt x="336099" y="268879"/>
                </a:lnTo>
                <a:cubicBezTo>
                  <a:pt x="336099" y="306004"/>
                  <a:pt x="306004" y="336099"/>
                  <a:pt x="268879" y="336099"/>
                </a:cubicBezTo>
                <a:lnTo>
                  <a:pt x="67220" y="336099"/>
                </a:lnTo>
                <a:cubicBezTo>
                  <a:pt x="30120" y="336099"/>
                  <a:pt x="0" y="305979"/>
                  <a:pt x="0" y="268879"/>
                </a:cubicBezTo>
                <a:lnTo>
                  <a:pt x="0" y="67220"/>
                </a:lnTo>
                <a:cubicBezTo>
                  <a:pt x="0" y="30095"/>
                  <a:pt x="30095" y="0"/>
                  <a:pt x="6722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1" name="Text 49"/>
          <p:cNvSpPr/>
          <p:nvPr/>
        </p:nvSpPr>
        <p:spPr>
          <a:xfrm>
            <a:off x="6464265" y="3428212"/>
            <a:ext cx="403319" cy="336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Q3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934804" y="3411407"/>
            <a:ext cx="4663377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Gelişmiş AI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934804" y="3613067"/>
            <a:ext cx="4654975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Prediktif analitik ve öğrenme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59234" y="4028990"/>
            <a:ext cx="5310368" cy="646991"/>
          </a:xfrm>
          <a:custGeom>
            <a:avLst/>
            <a:gdLst/>
            <a:ahLst/>
            <a:cxnLst/>
            <a:rect l="l" t="t" r="r" b="b"/>
            <a:pathLst>
              <a:path w="5310368" h="646991">
                <a:moveTo>
                  <a:pt x="67222" y="0"/>
                </a:moveTo>
                <a:lnTo>
                  <a:pt x="5243146" y="0"/>
                </a:lnTo>
                <a:cubicBezTo>
                  <a:pt x="5280272" y="0"/>
                  <a:pt x="5310368" y="30096"/>
                  <a:pt x="5310368" y="67222"/>
                </a:cubicBezTo>
                <a:lnTo>
                  <a:pt x="5310368" y="579769"/>
                </a:lnTo>
                <a:cubicBezTo>
                  <a:pt x="5310368" y="616895"/>
                  <a:pt x="5280272" y="646991"/>
                  <a:pt x="5243146" y="646991"/>
                </a:cubicBezTo>
                <a:lnTo>
                  <a:pt x="67222" y="646991"/>
                </a:lnTo>
                <a:cubicBezTo>
                  <a:pt x="30121" y="646991"/>
                  <a:pt x="0" y="616870"/>
                  <a:pt x="0" y="579769"/>
                </a:cubicBezTo>
                <a:lnTo>
                  <a:pt x="0" y="67222"/>
                </a:lnTo>
                <a:cubicBezTo>
                  <a:pt x="0" y="30121"/>
                  <a:pt x="30121" y="0"/>
                  <a:pt x="6722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497875" y="4184436"/>
            <a:ext cx="336099" cy="336099"/>
          </a:xfrm>
          <a:custGeom>
            <a:avLst/>
            <a:gdLst/>
            <a:ahLst/>
            <a:cxnLst/>
            <a:rect l="l" t="t" r="r" b="b"/>
            <a:pathLst>
              <a:path w="336099" h="336099">
                <a:moveTo>
                  <a:pt x="67220" y="0"/>
                </a:moveTo>
                <a:lnTo>
                  <a:pt x="268879" y="0"/>
                </a:lnTo>
                <a:cubicBezTo>
                  <a:pt x="305979" y="0"/>
                  <a:pt x="336099" y="30120"/>
                  <a:pt x="336099" y="67220"/>
                </a:cubicBezTo>
                <a:lnTo>
                  <a:pt x="336099" y="268879"/>
                </a:lnTo>
                <a:cubicBezTo>
                  <a:pt x="336099" y="306004"/>
                  <a:pt x="306004" y="336099"/>
                  <a:pt x="268879" y="336099"/>
                </a:cubicBezTo>
                <a:lnTo>
                  <a:pt x="67220" y="336099"/>
                </a:lnTo>
                <a:cubicBezTo>
                  <a:pt x="30120" y="336099"/>
                  <a:pt x="0" y="305979"/>
                  <a:pt x="0" y="268879"/>
                </a:cubicBezTo>
                <a:lnTo>
                  <a:pt x="0" y="67220"/>
                </a:lnTo>
                <a:cubicBezTo>
                  <a:pt x="0" y="30095"/>
                  <a:pt x="30095" y="0"/>
                  <a:pt x="67220" y="0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6" name="Text 54"/>
          <p:cNvSpPr/>
          <p:nvPr/>
        </p:nvSpPr>
        <p:spPr>
          <a:xfrm>
            <a:off x="6464265" y="4184436"/>
            <a:ext cx="403319" cy="336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Q4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934804" y="4167631"/>
            <a:ext cx="4663377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Ölçek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934804" y="4369290"/>
            <a:ext cx="4654975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Uluslararası standartlar ve yaygınlaşma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182782" y="4995275"/>
            <a:ext cx="5663272" cy="949480"/>
          </a:xfrm>
          <a:custGeom>
            <a:avLst/>
            <a:gdLst/>
            <a:ahLst/>
            <a:cxnLst/>
            <a:rect l="l" t="t" r="r" b="b"/>
            <a:pathLst>
              <a:path w="5663272" h="949480">
                <a:moveTo>
                  <a:pt x="100825" y="0"/>
                </a:moveTo>
                <a:lnTo>
                  <a:pt x="5562447" y="0"/>
                </a:lnTo>
                <a:cubicBezTo>
                  <a:pt x="5618131" y="0"/>
                  <a:pt x="5663272" y="45141"/>
                  <a:pt x="5663272" y="100825"/>
                </a:cubicBezTo>
                <a:lnTo>
                  <a:pt x="5663272" y="848655"/>
                </a:lnTo>
                <a:cubicBezTo>
                  <a:pt x="5663272" y="904339"/>
                  <a:pt x="5618131" y="949480"/>
                  <a:pt x="5562447" y="949480"/>
                </a:cubicBezTo>
                <a:lnTo>
                  <a:pt x="100825" y="949480"/>
                </a:lnTo>
                <a:cubicBezTo>
                  <a:pt x="45141" y="949480"/>
                  <a:pt x="0" y="904339"/>
                  <a:pt x="0" y="848655"/>
                </a:cubicBezTo>
                <a:lnTo>
                  <a:pt x="0" y="100825"/>
                </a:lnTo>
                <a:cubicBezTo>
                  <a:pt x="0" y="45178"/>
                  <a:pt x="45178" y="0"/>
                  <a:pt x="100825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21423" y="5133916"/>
            <a:ext cx="5453210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Endüstri 4.0 Entegrasyonu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885702" y="5436405"/>
            <a:ext cx="168050" cy="168050"/>
          </a:xfrm>
          <a:custGeom>
            <a:avLst/>
            <a:gdLst/>
            <a:ahLst/>
            <a:cxnLst/>
            <a:rect l="l" t="t" r="r" b="b"/>
            <a:pathLst>
              <a:path w="168050" h="168050">
                <a:moveTo>
                  <a:pt x="10503" y="10503"/>
                </a:moveTo>
                <a:cubicBezTo>
                  <a:pt x="4694" y="10503"/>
                  <a:pt x="0" y="15197"/>
                  <a:pt x="0" y="21006"/>
                </a:cubicBezTo>
                <a:lnTo>
                  <a:pt x="0" y="141792"/>
                </a:lnTo>
                <a:cubicBezTo>
                  <a:pt x="0" y="150490"/>
                  <a:pt x="7057" y="157547"/>
                  <a:pt x="15755" y="157547"/>
                </a:cubicBezTo>
                <a:lnTo>
                  <a:pt x="152295" y="157547"/>
                </a:lnTo>
                <a:cubicBezTo>
                  <a:pt x="160993" y="157547"/>
                  <a:pt x="168050" y="150490"/>
                  <a:pt x="168050" y="141792"/>
                </a:cubicBezTo>
                <a:lnTo>
                  <a:pt x="168050" y="49955"/>
                </a:lnTo>
                <a:cubicBezTo>
                  <a:pt x="168050" y="43982"/>
                  <a:pt x="161682" y="40207"/>
                  <a:pt x="156431" y="43030"/>
                </a:cubicBezTo>
                <a:lnTo>
                  <a:pt x="105031" y="70699"/>
                </a:lnTo>
                <a:lnTo>
                  <a:pt x="105031" y="49955"/>
                </a:lnTo>
                <a:cubicBezTo>
                  <a:pt x="105031" y="43982"/>
                  <a:pt x="98664" y="40207"/>
                  <a:pt x="93412" y="43030"/>
                </a:cubicBezTo>
                <a:lnTo>
                  <a:pt x="42012" y="70699"/>
                </a:lnTo>
                <a:lnTo>
                  <a:pt x="42012" y="21006"/>
                </a:lnTo>
                <a:cubicBezTo>
                  <a:pt x="42012" y="15197"/>
                  <a:pt x="37319" y="10503"/>
                  <a:pt x="31509" y="10503"/>
                </a:cubicBezTo>
                <a:lnTo>
                  <a:pt x="10503" y="1050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2" name="Text 60"/>
          <p:cNvSpPr/>
          <p:nvPr/>
        </p:nvSpPr>
        <p:spPr>
          <a:xfrm>
            <a:off x="6292014" y="5638065"/>
            <a:ext cx="1352799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Akıllı Fabrika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239158" y="5436405"/>
            <a:ext cx="189056" cy="168050"/>
          </a:xfrm>
          <a:custGeom>
            <a:avLst/>
            <a:gdLst/>
            <a:ahLst/>
            <a:cxnLst/>
            <a:rect l="l" t="t" r="r" b="b"/>
            <a:pathLst>
              <a:path w="189056" h="168050">
                <a:moveTo>
                  <a:pt x="81399" y="28884"/>
                </a:moveTo>
                <a:lnTo>
                  <a:pt x="107657" y="28884"/>
                </a:lnTo>
                <a:lnTo>
                  <a:pt x="107657" y="44638"/>
                </a:lnTo>
                <a:lnTo>
                  <a:pt x="81399" y="44638"/>
                </a:lnTo>
                <a:lnTo>
                  <a:pt x="81399" y="28884"/>
                </a:lnTo>
                <a:close/>
                <a:moveTo>
                  <a:pt x="78773" y="10503"/>
                </a:moveTo>
                <a:cubicBezTo>
                  <a:pt x="70075" y="10503"/>
                  <a:pt x="63019" y="17560"/>
                  <a:pt x="63019" y="26258"/>
                </a:cubicBezTo>
                <a:lnTo>
                  <a:pt x="63019" y="47264"/>
                </a:lnTo>
                <a:cubicBezTo>
                  <a:pt x="63019" y="55962"/>
                  <a:pt x="70075" y="63019"/>
                  <a:pt x="78773" y="63019"/>
                </a:cubicBezTo>
                <a:lnTo>
                  <a:pt x="84025" y="63019"/>
                </a:lnTo>
                <a:lnTo>
                  <a:pt x="84025" y="73522"/>
                </a:lnTo>
                <a:lnTo>
                  <a:pt x="10503" y="73522"/>
                </a:lnTo>
                <a:cubicBezTo>
                  <a:pt x="4694" y="73522"/>
                  <a:pt x="0" y="78215"/>
                  <a:pt x="0" y="84025"/>
                </a:cubicBezTo>
                <a:cubicBezTo>
                  <a:pt x="0" y="89834"/>
                  <a:pt x="4694" y="94528"/>
                  <a:pt x="10503" y="94528"/>
                </a:cubicBezTo>
                <a:lnTo>
                  <a:pt x="42012" y="94528"/>
                </a:lnTo>
                <a:lnTo>
                  <a:pt x="42012" y="105031"/>
                </a:lnTo>
                <a:lnTo>
                  <a:pt x="36761" y="105031"/>
                </a:lnTo>
                <a:cubicBezTo>
                  <a:pt x="28063" y="105031"/>
                  <a:pt x="21006" y="112088"/>
                  <a:pt x="21006" y="120786"/>
                </a:cubicBezTo>
                <a:lnTo>
                  <a:pt x="21006" y="141792"/>
                </a:lnTo>
                <a:cubicBezTo>
                  <a:pt x="21006" y="150490"/>
                  <a:pt x="28063" y="157547"/>
                  <a:pt x="36761" y="157547"/>
                </a:cubicBezTo>
                <a:lnTo>
                  <a:pt x="68270" y="157547"/>
                </a:lnTo>
                <a:cubicBezTo>
                  <a:pt x="76968" y="157547"/>
                  <a:pt x="84025" y="150490"/>
                  <a:pt x="84025" y="141792"/>
                </a:cubicBezTo>
                <a:lnTo>
                  <a:pt x="84025" y="120786"/>
                </a:lnTo>
                <a:cubicBezTo>
                  <a:pt x="84025" y="112088"/>
                  <a:pt x="76968" y="105031"/>
                  <a:pt x="68270" y="105031"/>
                </a:cubicBezTo>
                <a:lnTo>
                  <a:pt x="63019" y="105031"/>
                </a:lnTo>
                <a:lnTo>
                  <a:pt x="63019" y="94528"/>
                </a:lnTo>
                <a:lnTo>
                  <a:pt x="126037" y="94528"/>
                </a:lnTo>
                <a:lnTo>
                  <a:pt x="126037" y="105031"/>
                </a:lnTo>
                <a:lnTo>
                  <a:pt x="120786" y="105031"/>
                </a:lnTo>
                <a:cubicBezTo>
                  <a:pt x="112088" y="105031"/>
                  <a:pt x="105031" y="112088"/>
                  <a:pt x="105031" y="120786"/>
                </a:cubicBezTo>
                <a:lnTo>
                  <a:pt x="105031" y="141792"/>
                </a:lnTo>
                <a:cubicBezTo>
                  <a:pt x="105031" y="150490"/>
                  <a:pt x="112088" y="157547"/>
                  <a:pt x="120786" y="157547"/>
                </a:cubicBezTo>
                <a:lnTo>
                  <a:pt x="152295" y="157547"/>
                </a:lnTo>
                <a:cubicBezTo>
                  <a:pt x="160993" y="157547"/>
                  <a:pt x="168050" y="150490"/>
                  <a:pt x="168050" y="141792"/>
                </a:cubicBezTo>
                <a:lnTo>
                  <a:pt x="168050" y="120786"/>
                </a:lnTo>
                <a:cubicBezTo>
                  <a:pt x="168050" y="112088"/>
                  <a:pt x="160993" y="105031"/>
                  <a:pt x="152295" y="105031"/>
                </a:cubicBezTo>
                <a:lnTo>
                  <a:pt x="147043" y="105031"/>
                </a:lnTo>
                <a:lnTo>
                  <a:pt x="147043" y="94528"/>
                </a:lnTo>
                <a:lnTo>
                  <a:pt x="178553" y="94528"/>
                </a:lnTo>
                <a:cubicBezTo>
                  <a:pt x="184362" y="94528"/>
                  <a:pt x="189056" y="89834"/>
                  <a:pt x="189056" y="84025"/>
                </a:cubicBezTo>
                <a:cubicBezTo>
                  <a:pt x="189056" y="78215"/>
                  <a:pt x="184362" y="73522"/>
                  <a:pt x="178553" y="73522"/>
                </a:cubicBezTo>
                <a:lnTo>
                  <a:pt x="105031" y="73522"/>
                </a:lnTo>
                <a:lnTo>
                  <a:pt x="105031" y="63019"/>
                </a:lnTo>
                <a:lnTo>
                  <a:pt x="110283" y="63019"/>
                </a:lnTo>
                <a:cubicBezTo>
                  <a:pt x="118980" y="63019"/>
                  <a:pt x="126037" y="55962"/>
                  <a:pt x="126037" y="47264"/>
                </a:cubicBezTo>
                <a:lnTo>
                  <a:pt x="126037" y="26258"/>
                </a:lnTo>
                <a:cubicBezTo>
                  <a:pt x="126037" y="17560"/>
                  <a:pt x="118980" y="10503"/>
                  <a:pt x="110283" y="10503"/>
                </a:cubicBezTo>
                <a:lnTo>
                  <a:pt x="78773" y="10503"/>
                </a:lnTo>
                <a:close/>
                <a:moveTo>
                  <a:pt x="147043" y="123411"/>
                </a:moveTo>
                <a:lnTo>
                  <a:pt x="149669" y="123411"/>
                </a:lnTo>
                <a:lnTo>
                  <a:pt x="149669" y="139166"/>
                </a:lnTo>
                <a:lnTo>
                  <a:pt x="123411" y="139166"/>
                </a:lnTo>
                <a:lnTo>
                  <a:pt x="123411" y="123411"/>
                </a:lnTo>
                <a:lnTo>
                  <a:pt x="147043" y="123411"/>
                </a:lnTo>
                <a:close/>
                <a:moveTo>
                  <a:pt x="63019" y="123411"/>
                </a:moveTo>
                <a:lnTo>
                  <a:pt x="65644" y="123411"/>
                </a:lnTo>
                <a:lnTo>
                  <a:pt x="65644" y="139166"/>
                </a:lnTo>
                <a:lnTo>
                  <a:pt x="39387" y="139166"/>
                </a:lnTo>
                <a:lnTo>
                  <a:pt x="39387" y="123411"/>
                </a:lnTo>
                <a:lnTo>
                  <a:pt x="63019" y="123411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64" name="Text 62"/>
          <p:cNvSpPr/>
          <p:nvPr/>
        </p:nvSpPr>
        <p:spPr>
          <a:xfrm>
            <a:off x="7655973" y="5638065"/>
            <a:ext cx="1352799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IoT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9603117" y="5436405"/>
            <a:ext cx="189056" cy="168050"/>
          </a:xfrm>
          <a:custGeom>
            <a:avLst/>
            <a:gdLst/>
            <a:ahLst/>
            <a:cxnLst/>
            <a:rect l="l" t="t" r="r" b="b"/>
            <a:pathLst>
              <a:path w="189056" h="168050">
                <a:moveTo>
                  <a:pt x="0" y="110283"/>
                </a:moveTo>
                <a:cubicBezTo>
                  <a:pt x="0" y="136376"/>
                  <a:pt x="21170" y="157547"/>
                  <a:pt x="47264" y="157547"/>
                </a:cubicBezTo>
                <a:lnTo>
                  <a:pt x="147043" y="157547"/>
                </a:lnTo>
                <a:cubicBezTo>
                  <a:pt x="170249" y="157547"/>
                  <a:pt x="189056" y="138739"/>
                  <a:pt x="189056" y="115534"/>
                </a:cubicBezTo>
                <a:cubicBezTo>
                  <a:pt x="189056" y="98598"/>
                  <a:pt x="179045" y="83992"/>
                  <a:pt x="164603" y="77362"/>
                </a:cubicBezTo>
                <a:cubicBezTo>
                  <a:pt x="166802" y="73062"/>
                  <a:pt x="168050" y="68172"/>
                  <a:pt x="168050" y="63019"/>
                </a:cubicBezTo>
                <a:cubicBezTo>
                  <a:pt x="168050" y="45623"/>
                  <a:pt x="153936" y="31509"/>
                  <a:pt x="136540" y="31509"/>
                </a:cubicBezTo>
                <a:cubicBezTo>
                  <a:pt x="130731" y="31509"/>
                  <a:pt x="125315" y="33085"/>
                  <a:pt x="120654" y="35809"/>
                </a:cubicBezTo>
                <a:cubicBezTo>
                  <a:pt x="112744" y="20776"/>
                  <a:pt x="96957" y="10503"/>
                  <a:pt x="78773" y="10503"/>
                </a:cubicBezTo>
                <a:cubicBezTo>
                  <a:pt x="52680" y="10503"/>
                  <a:pt x="31509" y="31673"/>
                  <a:pt x="31509" y="57767"/>
                </a:cubicBezTo>
                <a:cubicBezTo>
                  <a:pt x="31509" y="60393"/>
                  <a:pt x="31739" y="62986"/>
                  <a:pt x="32133" y="65480"/>
                </a:cubicBezTo>
                <a:cubicBezTo>
                  <a:pt x="13457" y="71782"/>
                  <a:pt x="0" y="89473"/>
                  <a:pt x="0" y="11028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6" name="Text 64"/>
          <p:cNvSpPr/>
          <p:nvPr/>
        </p:nvSpPr>
        <p:spPr>
          <a:xfrm>
            <a:off x="9019932" y="5638065"/>
            <a:ext cx="1352799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Bulut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10956704" y="5436405"/>
            <a:ext cx="210062" cy="168050"/>
          </a:xfrm>
          <a:custGeom>
            <a:avLst/>
            <a:gdLst/>
            <a:ahLst/>
            <a:cxnLst/>
            <a:rect l="l" t="t" r="r" b="b"/>
            <a:pathLst>
              <a:path w="210062" h="168050">
                <a:moveTo>
                  <a:pt x="136507" y="69091"/>
                </a:moveTo>
                <a:cubicBezTo>
                  <a:pt x="140512" y="68008"/>
                  <a:pt x="144713" y="69911"/>
                  <a:pt x="146518" y="73620"/>
                </a:cubicBezTo>
                <a:lnTo>
                  <a:pt x="152623" y="85961"/>
                </a:lnTo>
                <a:cubicBezTo>
                  <a:pt x="156004" y="86421"/>
                  <a:pt x="159319" y="87340"/>
                  <a:pt x="162437" y="88620"/>
                </a:cubicBezTo>
                <a:lnTo>
                  <a:pt x="173925" y="80972"/>
                </a:lnTo>
                <a:cubicBezTo>
                  <a:pt x="177371" y="78675"/>
                  <a:pt x="181933" y="79134"/>
                  <a:pt x="184855" y="82055"/>
                </a:cubicBezTo>
                <a:lnTo>
                  <a:pt x="191156" y="88357"/>
                </a:lnTo>
                <a:cubicBezTo>
                  <a:pt x="194078" y="91279"/>
                  <a:pt x="194537" y="95874"/>
                  <a:pt x="192240" y="99287"/>
                </a:cubicBezTo>
                <a:lnTo>
                  <a:pt x="184592" y="110742"/>
                </a:lnTo>
                <a:cubicBezTo>
                  <a:pt x="185216" y="112285"/>
                  <a:pt x="185774" y="113893"/>
                  <a:pt x="186233" y="115567"/>
                </a:cubicBezTo>
                <a:cubicBezTo>
                  <a:pt x="186693" y="117241"/>
                  <a:pt x="186988" y="118882"/>
                  <a:pt x="187218" y="120556"/>
                </a:cubicBezTo>
                <a:lnTo>
                  <a:pt x="199592" y="126661"/>
                </a:lnTo>
                <a:cubicBezTo>
                  <a:pt x="203301" y="128499"/>
                  <a:pt x="205204" y="132700"/>
                  <a:pt x="204121" y="136672"/>
                </a:cubicBezTo>
                <a:lnTo>
                  <a:pt x="201824" y="145271"/>
                </a:lnTo>
                <a:cubicBezTo>
                  <a:pt x="200741" y="149243"/>
                  <a:pt x="197032" y="151934"/>
                  <a:pt x="192896" y="151671"/>
                </a:cubicBezTo>
                <a:lnTo>
                  <a:pt x="179111" y="150785"/>
                </a:lnTo>
                <a:cubicBezTo>
                  <a:pt x="177043" y="153444"/>
                  <a:pt x="174647" y="155905"/>
                  <a:pt x="171923" y="158006"/>
                </a:cubicBezTo>
                <a:lnTo>
                  <a:pt x="172809" y="171759"/>
                </a:lnTo>
                <a:cubicBezTo>
                  <a:pt x="173071" y="175894"/>
                  <a:pt x="170380" y="179636"/>
                  <a:pt x="166409" y="180686"/>
                </a:cubicBezTo>
                <a:lnTo>
                  <a:pt x="157809" y="182984"/>
                </a:lnTo>
                <a:cubicBezTo>
                  <a:pt x="153805" y="184067"/>
                  <a:pt x="149636" y="182163"/>
                  <a:pt x="147798" y="178454"/>
                </a:cubicBezTo>
                <a:lnTo>
                  <a:pt x="141693" y="166113"/>
                </a:lnTo>
                <a:cubicBezTo>
                  <a:pt x="138313" y="165654"/>
                  <a:pt x="134998" y="164735"/>
                  <a:pt x="131880" y="163455"/>
                </a:cubicBezTo>
                <a:lnTo>
                  <a:pt x="120392" y="171102"/>
                </a:lnTo>
                <a:cubicBezTo>
                  <a:pt x="116945" y="173400"/>
                  <a:pt x="112383" y="172940"/>
                  <a:pt x="109462" y="170019"/>
                </a:cubicBezTo>
                <a:lnTo>
                  <a:pt x="103160" y="163717"/>
                </a:lnTo>
                <a:cubicBezTo>
                  <a:pt x="100239" y="160796"/>
                  <a:pt x="99779" y="156234"/>
                  <a:pt x="102077" y="152787"/>
                </a:cubicBezTo>
                <a:lnTo>
                  <a:pt x="109725" y="141300"/>
                </a:lnTo>
                <a:cubicBezTo>
                  <a:pt x="109101" y="139757"/>
                  <a:pt x="108543" y="138149"/>
                  <a:pt x="108083" y="136475"/>
                </a:cubicBezTo>
                <a:cubicBezTo>
                  <a:pt x="107624" y="134801"/>
                  <a:pt x="107329" y="133127"/>
                  <a:pt x="107099" y="131486"/>
                </a:cubicBezTo>
                <a:lnTo>
                  <a:pt x="94725" y="125381"/>
                </a:lnTo>
                <a:cubicBezTo>
                  <a:pt x="91016" y="123543"/>
                  <a:pt x="89145" y="119341"/>
                  <a:pt x="90195" y="115370"/>
                </a:cubicBezTo>
                <a:lnTo>
                  <a:pt x="92493" y="106771"/>
                </a:lnTo>
                <a:cubicBezTo>
                  <a:pt x="93576" y="102799"/>
                  <a:pt x="97285" y="100108"/>
                  <a:pt x="101421" y="100370"/>
                </a:cubicBezTo>
                <a:lnTo>
                  <a:pt x="115173" y="101256"/>
                </a:lnTo>
                <a:cubicBezTo>
                  <a:pt x="117241" y="98598"/>
                  <a:pt x="119637" y="96136"/>
                  <a:pt x="122361" y="94036"/>
                </a:cubicBezTo>
                <a:lnTo>
                  <a:pt x="121475" y="80316"/>
                </a:lnTo>
                <a:cubicBezTo>
                  <a:pt x="121212" y="76180"/>
                  <a:pt x="123904" y="72439"/>
                  <a:pt x="127875" y="71388"/>
                </a:cubicBezTo>
                <a:lnTo>
                  <a:pt x="136475" y="69091"/>
                </a:lnTo>
                <a:close/>
                <a:moveTo>
                  <a:pt x="147175" y="111595"/>
                </a:moveTo>
                <a:cubicBezTo>
                  <a:pt x="139204" y="111605"/>
                  <a:pt x="132740" y="118083"/>
                  <a:pt x="132749" y="126054"/>
                </a:cubicBezTo>
                <a:cubicBezTo>
                  <a:pt x="132758" y="134024"/>
                  <a:pt x="139237" y="140488"/>
                  <a:pt x="147208" y="140479"/>
                </a:cubicBezTo>
                <a:cubicBezTo>
                  <a:pt x="155178" y="140470"/>
                  <a:pt x="161642" y="133991"/>
                  <a:pt x="161633" y="126021"/>
                </a:cubicBezTo>
                <a:cubicBezTo>
                  <a:pt x="161624" y="118050"/>
                  <a:pt x="155145" y="111586"/>
                  <a:pt x="147175" y="111595"/>
                </a:cubicBezTo>
                <a:close/>
                <a:moveTo>
                  <a:pt x="73817" y="-14934"/>
                </a:moveTo>
                <a:lnTo>
                  <a:pt x="82417" y="-12637"/>
                </a:lnTo>
                <a:cubicBezTo>
                  <a:pt x="86388" y="-11553"/>
                  <a:pt x="89079" y="-7812"/>
                  <a:pt x="88817" y="-3709"/>
                </a:cubicBezTo>
                <a:lnTo>
                  <a:pt x="87931" y="10011"/>
                </a:lnTo>
                <a:cubicBezTo>
                  <a:pt x="90655" y="12111"/>
                  <a:pt x="93051" y="14540"/>
                  <a:pt x="95119" y="17232"/>
                </a:cubicBezTo>
                <a:lnTo>
                  <a:pt x="108904" y="16345"/>
                </a:lnTo>
                <a:cubicBezTo>
                  <a:pt x="113007" y="16083"/>
                  <a:pt x="116749" y="18774"/>
                  <a:pt x="117832" y="22746"/>
                </a:cubicBezTo>
                <a:lnTo>
                  <a:pt x="120129" y="31345"/>
                </a:lnTo>
                <a:cubicBezTo>
                  <a:pt x="121180" y="35317"/>
                  <a:pt x="119309" y="39518"/>
                  <a:pt x="115600" y="41356"/>
                </a:cubicBezTo>
                <a:lnTo>
                  <a:pt x="103226" y="47461"/>
                </a:lnTo>
                <a:cubicBezTo>
                  <a:pt x="102996" y="49135"/>
                  <a:pt x="102668" y="50809"/>
                  <a:pt x="102241" y="52450"/>
                </a:cubicBezTo>
                <a:cubicBezTo>
                  <a:pt x="101814" y="54091"/>
                  <a:pt x="101224" y="55732"/>
                  <a:pt x="100600" y="57275"/>
                </a:cubicBezTo>
                <a:lnTo>
                  <a:pt x="108248" y="68762"/>
                </a:lnTo>
                <a:cubicBezTo>
                  <a:pt x="110545" y="72209"/>
                  <a:pt x="110086" y="76771"/>
                  <a:pt x="107164" y="79692"/>
                </a:cubicBezTo>
                <a:lnTo>
                  <a:pt x="100863" y="85994"/>
                </a:lnTo>
                <a:cubicBezTo>
                  <a:pt x="97941" y="88915"/>
                  <a:pt x="93379" y="89375"/>
                  <a:pt x="89933" y="87077"/>
                </a:cubicBezTo>
                <a:lnTo>
                  <a:pt x="78445" y="79430"/>
                </a:lnTo>
                <a:cubicBezTo>
                  <a:pt x="75327" y="80710"/>
                  <a:pt x="72012" y="81629"/>
                  <a:pt x="68631" y="82088"/>
                </a:cubicBezTo>
                <a:lnTo>
                  <a:pt x="62526" y="94429"/>
                </a:lnTo>
                <a:cubicBezTo>
                  <a:pt x="60688" y="98138"/>
                  <a:pt x="56487" y="100009"/>
                  <a:pt x="52516" y="98959"/>
                </a:cubicBezTo>
                <a:lnTo>
                  <a:pt x="43916" y="96661"/>
                </a:lnTo>
                <a:cubicBezTo>
                  <a:pt x="39912" y="95578"/>
                  <a:pt x="37253" y="91836"/>
                  <a:pt x="37516" y="87734"/>
                </a:cubicBezTo>
                <a:lnTo>
                  <a:pt x="38402" y="73981"/>
                </a:lnTo>
                <a:cubicBezTo>
                  <a:pt x="35678" y="71881"/>
                  <a:pt x="33282" y="69452"/>
                  <a:pt x="31214" y="66760"/>
                </a:cubicBezTo>
                <a:lnTo>
                  <a:pt x="17429" y="67647"/>
                </a:lnTo>
                <a:cubicBezTo>
                  <a:pt x="13326" y="67909"/>
                  <a:pt x="9584" y="65218"/>
                  <a:pt x="8501" y="61246"/>
                </a:cubicBezTo>
                <a:lnTo>
                  <a:pt x="6203" y="52647"/>
                </a:lnTo>
                <a:cubicBezTo>
                  <a:pt x="5153" y="48675"/>
                  <a:pt x="7024" y="44474"/>
                  <a:pt x="10733" y="42636"/>
                </a:cubicBezTo>
                <a:lnTo>
                  <a:pt x="23107" y="36531"/>
                </a:lnTo>
                <a:cubicBezTo>
                  <a:pt x="23337" y="34857"/>
                  <a:pt x="23665" y="33216"/>
                  <a:pt x="24091" y="31542"/>
                </a:cubicBezTo>
                <a:cubicBezTo>
                  <a:pt x="24551" y="29868"/>
                  <a:pt x="25076" y="28260"/>
                  <a:pt x="25733" y="26717"/>
                </a:cubicBezTo>
                <a:lnTo>
                  <a:pt x="18085" y="15262"/>
                </a:lnTo>
                <a:cubicBezTo>
                  <a:pt x="15787" y="11816"/>
                  <a:pt x="16247" y="7254"/>
                  <a:pt x="19168" y="4333"/>
                </a:cubicBezTo>
                <a:lnTo>
                  <a:pt x="25470" y="-1969"/>
                </a:lnTo>
                <a:cubicBezTo>
                  <a:pt x="28391" y="-4891"/>
                  <a:pt x="32953" y="-5350"/>
                  <a:pt x="36400" y="-3052"/>
                </a:cubicBezTo>
                <a:lnTo>
                  <a:pt x="47888" y="4595"/>
                </a:lnTo>
                <a:cubicBezTo>
                  <a:pt x="51006" y="3315"/>
                  <a:pt x="54321" y="2396"/>
                  <a:pt x="57701" y="1937"/>
                </a:cubicBezTo>
                <a:lnTo>
                  <a:pt x="63806" y="-10405"/>
                </a:lnTo>
                <a:cubicBezTo>
                  <a:pt x="65644" y="-14114"/>
                  <a:pt x="69813" y="-15984"/>
                  <a:pt x="73817" y="-14934"/>
                </a:cubicBezTo>
                <a:close/>
                <a:moveTo>
                  <a:pt x="63150" y="27571"/>
                </a:moveTo>
                <a:cubicBezTo>
                  <a:pt x="55179" y="27571"/>
                  <a:pt x="48708" y="34042"/>
                  <a:pt x="48708" y="42012"/>
                </a:cubicBezTo>
                <a:cubicBezTo>
                  <a:pt x="48708" y="49983"/>
                  <a:pt x="55179" y="56454"/>
                  <a:pt x="63150" y="56454"/>
                </a:cubicBezTo>
                <a:cubicBezTo>
                  <a:pt x="71121" y="56454"/>
                  <a:pt x="77592" y="49983"/>
                  <a:pt x="77592" y="42012"/>
                </a:cubicBezTo>
                <a:cubicBezTo>
                  <a:pt x="77592" y="34042"/>
                  <a:pt x="71121" y="27571"/>
                  <a:pt x="63150" y="27571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68" name="Text 66"/>
          <p:cNvSpPr/>
          <p:nvPr/>
        </p:nvSpPr>
        <p:spPr>
          <a:xfrm>
            <a:off x="10383891" y="5638065"/>
            <a:ext cx="1352799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Otomasyon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178581" y="6083396"/>
            <a:ext cx="5671675" cy="773028"/>
          </a:xfrm>
          <a:custGeom>
            <a:avLst/>
            <a:gdLst/>
            <a:ahLst/>
            <a:cxnLst/>
            <a:rect l="l" t="t" r="r" b="b"/>
            <a:pathLst>
              <a:path w="5671675" h="773028">
                <a:moveTo>
                  <a:pt x="100826" y="0"/>
                </a:moveTo>
                <a:lnTo>
                  <a:pt x="5570849" y="0"/>
                </a:lnTo>
                <a:cubicBezTo>
                  <a:pt x="5626533" y="0"/>
                  <a:pt x="5671675" y="45141"/>
                  <a:pt x="5671675" y="100826"/>
                </a:cubicBezTo>
                <a:lnTo>
                  <a:pt x="5671675" y="672202"/>
                </a:lnTo>
                <a:cubicBezTo>
                  <a:pt x="5671675" y="727887"/>
                  <a:pt x="5626533" y="773028"/>
                  <a:pt x="5570849" y="773028"/>
                </a:cubicBezTo>
                <a:lnTo>
                  <a:pt x="100826" y="773028"/>
                </a:lnTo>
                <a:cubicBezTo>
                  <a:pt x="45141" y="773028"/>
                  <a:pt x="0" y="727887"/>
                  <a:pt x="0" y="672202"/>
                </a:cubicBezTo>
                <a:lnTo>
                  <a:pt x="0" y="100826"/>
                </a:lnTo>
                <a:cubicBezTo>
                  <a:pt x="0" y="45179"/>
                  <a:pt x="45179" y="0"/>
                  <a:pt x="100826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/>
              </a:gs>
              <a:gs pos="100000">
                <a:srgbClr val="22D3EE"/>
              </a:gs>
            </a:gsLst>
            <a:lin ang="0" scaled="1"/>
          </a:gradFill>
          <a:ln/>
        </p:spPr>
      </p:sp>
      <p:sp>
        <p:nvSpPr>
          <p:cNvPr id="70" name="Text 68"/>
          <p:cNvSpPr/>
          <p:nvPr/>
        </p:nvSpPr>
        <p:spPr>
          <a:xfrm>
            <a:off x="6262605" y="6217836"/>
            <a:ext cx="5503625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8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Sıfır Kaza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279410" y="6520325"/>
            <a:ext cx="5470015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9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Geleceğin Fabrikaları Vizyonu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ecurade.ai/edb8fe349054e45a7c5d699e38edefe0ab7cf2ce.jpe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10494" r="10494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91919">
                  <a:alpha val="95000"/>
                </a:srgbClr>
              </a:gs>
              <a:gs pos="50000">
                <a:srgbClr val="191919">
                  <a:alpha val="90000"/>
                </a:srgbClr>
              </a:gs>
              <a:gs pos="100000">
                <a:srgbClr val="6366F1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38800" y="738188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19050" y="0"/>
                </a:moveTo>
                <a:lnTo>
                  <a:pt x="895350" y="0"/>
                </a:lnTo>
                <a:cubicBezTo>
                  <a:pt x="905864" y="0"/>
                  <a:pt x="914400" y="8536"/>
                  <a:pt x="914400" y="19050"/>
                </a:cubicBezTo>
                <a:lnTo>
                  <a:pt x="914400" y="19050"/>
                </a:lnTo>
                <a:cubicBezTo>
                  <a:pt x="914400" y="29564"/>
                  <a:pt x="905864" y="38100"/>
                  <a:pt x="8953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/>
              </a:gs>
              <a:gs pos="100000">
                <a:srgbClr val="22D3EE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4466481" y="1081088"/>
            <a:ext cx="32575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Teşekkürler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37918" y="2024062"/>
            <a:ext cx="31146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Geleceği İnşa Ediyoruz,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Güvenliği Garantiliyoruz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638800" y="3090863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19050" y="0"/>
                </a:moveTo>
                <a:lnTo>
                  <a:pt x="895350" y="0"/>
                </a:lnTo>
                <a:cubicBezTo>
                  <a:pt x="905864" y="0"/>
                  <a:pt x="914400" y="8536"/>
                  <a:pt x="914400" y="19050"/>
                </a:cubicBezTo>
                <a:lnTo>
                  <a:pt x="914400" y="19050"/>
                </a:lnTo>
                <a:cubicBezTo>
                  <a:pt x="914400" y="29564"/>
                  <a:pt x="905864" y="38100"/>
                  <a:pt x="8953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rotWithShape="1" flip="none">
            <a:gsLst>
              <a:gs pos="0">
                <a:srgbClr val="22D3EE"/>
              </a:gs>
              <a:gs pos="100000">
                <a:srgbClr val="6366F1"/>
              </a:gs>
            </a:gsLst>
            <a:lin ang="0" scaled="1"/>
          </a:gradFill>
          <a:ln/>
        </p:spPr>
      </p:sp>
      <p:sp>
        <p:nvSpPr>
          <p:cNvPr id="8" name="Shape 5"/>
          <p:cNvSpPr/>
          <p:nvPr/>
        </p:nvSpPr>
        <p:spPr>
          <a:xfrm>
            <a:off x="3453110" y="3438525"/>
            <a:ext cx="5286375" cy="1685925"/>
          </a:xfrm>
          <a:custGeom>
            <a:avLst/>
            <a:gdLst/>
            <a:ahLst/>
            <a:cxnLst/>
            <a:rect l="l" t="t" r="r" b="b"/>
            <a:pathLst>
              <a:path w="5286375" h="1685925">
                <a:moveTo>
                  <a:pt x="152408" y="0"/>
                </a:moveTo>
                <a:lnTo>
                  <a:pt x="5133967" y="0"/>
                </a:lnTo>
                <a:cubicBezTo>
                  <a:pt x="5218140" y="0"/>
                  <a:pt x="5286375" y="68235"/>
                  <a:pt x="5286375" y="152408"/>
                </a:cubicBezTo>
                <a:lnTo>
                  <a:pt x="5286375" y="1533517"/>
                </a:lnTo>
                <a:cubicBezTo>
                  <a:pt x="5286375" y="1617690"/>
                  <a:pt x="5218140" y="1685925"/>
                  <a:pt x="5133967" y="1685925"/>
                </a:cubicBezTo>
                <a:lnTo>
                  <a:pt x="152408" y="1685925"/>
                </a:lnTo>
                <a:cubicBezTo>
                  <a:pt x="68235" y="1685925"/>
                  <a:pt x="0" y="1617690"/>
                  <a:pt x="0" y="1533517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84749" y="367188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375249" y="38623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3796010" y="4395788"/>
            <a:ext cx="139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Otonom Güvenlik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805535" y="4700588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7/24 Kesintisiz İzleme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791051" y="367188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22D3EE">
              <a:alpha val="2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981551" y="38623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5" name="Text 12"/>
          <p:cNvSpPr/>
          <p:nvPr/>
        </p:nvSpPr>
        <p:spPr>
          <a:xfrm>
            <a:off x="5402312" y="4395788"/>
            <a:ext cx="139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Yapay Zeka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411837" y="4700588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Gerçek Zamanlı Analiz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397353" y="367188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7587853" y="38623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7603" y="38889"/>
                </a:moveTo>
                <a:lnTo>
                  <a:pt x="114300" y="48131"/>
                </a:lnTo>
                <a:lnTo>
                  <a:pt x="120997" y="38889"/>
                </a:lnTo>
                <a:cubicBezTo>
                  <a:pt x="132159" y="23440"/>
                  <a:pt x="150108" y="14288"/>
                  <a:pt x="169173" y="14288"/>
                </a:cubicBezTo>
                <a:cubicBezTo>
                  <a:pt x="201990" y="14288"/>
                  <a:pt x="228600" y="40898"/>
                  <a:pt x="228600" y="73715"/>
                </a:cubicBezTo>
                <a:lnTo>
                  <a:pt x="228600" y="74875"/>
                </a:lnTo>
                <a:cubicBezTo>
                  <a:pt x="228600" y="124971"/>
                  <a:pt x="166137" y="183148"/>
                  <a:pt x="133543" y="208017"/>
                </a:cubicBezTo>
                <a:cubicBezTo>
                  <a:pt x="128007" y="212214"/>
                  <a:pt x="121221" y="214313"/>
                  <a:pt x="114300" y="214313"/>
                </a:cubicBezTo>
                <a:cubicBezTo>
                  <a:pt x="107379" y="214313"/>
                  <a:pt x="100548" y="212259"/>
                  <a:pt x="95057" y="208017"/>
                </a:cubicBezTo>
                <a:cubicBezTo>
                  <a:pt x="62463" y="183148"/>
                  <a:pt x="0" y="124971"/>
                  <a:pt x="0" y="74875"/>
                </a:cubicBezTo>
                <a:lnTo>
                  <a:pt x="0" y="73715"/>
                </a:lnTo>
                <a:cubicBezTo>
                  <a:pt x="0" y="40898"/>
                  <a:pt x="26610" y="14288"/>
                  <a:pt x="59427" y="14288"/>
                </a:cubicBezTo>
                <a:cubicBezTo>
                  <a:pt x="78492" y="14288"/>
                  <a:pt x="96441" y="23440"/>
                  <a:pt x="107603" y="3888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9" name="Text 16"/>
          <p:cNvSpPr/>
          <p:nvPr/>
        </p:nvSpPr>
        <p:spPr>
          <a:xfrm>
            <a:off x="7008614" y="4395788"/>
            <a:ext cx="139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Sıfır Kaza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018139" y="4700588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Geleceğin Vizyonu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947791" y="5510213"/>
            <a:ext cx="2295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Sorularınız için iletişime geçin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947791" y="5853113"/>
            <a:ext cx="2295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info@aifactorysafety.com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Yapay Zeka Destekli Fabrika İş Güvenliği ve Otonom Düşme Tespit Sistemi</dc:title>
  <dc:subject>Yapay Zeka Destekli Fabrika İş Güvenliği ve Otonom Düşme Tespit Sistemi</dc:subject>
  <dc:creator>Kimi</dc:creator>
  <cp:lastModifiedBy>Kimi</cp:lastModifiedBy>
  <cp:revision>1</cp:revision>
  <dcterms:created xsi:type="dcterms:W3CDTF">2026-03-02T19:39:25Z</dcterms:created>
  <dcterms:modified xsi:type="dcterms:W3CDTF">2026-03-02T19:39:25Z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{"Label":"Yapay Zeka Destekli Fabrika İş Güvenliği ve Otonom Düşme Tespit Sistemi","ContentProducer":"001191110108MACG2KBH8F10000","ProduceID":"19caff5b-a722-84ad-8000-0000d4e79d55","ReservedCode1":"","ContentPropagator":"001191110108MACG2KBH8F20000","PropagateID":"19caff5b-a722-84ad-8000-0000d4e79d55","ReservedCode2":""}</vt:lpwstr>
  </property>
</Properties>
</file>